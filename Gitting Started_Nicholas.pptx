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7" r:id="rId2"/>
    <p:sldId id="286" r:id="rId3"/>
    <p:sldId id="287" r:id="rId4"/>
    <p:sldId id="280" r:id="rId5"/>
    <p:sldId id="285" r:id="rId6"/>
    <p:sldId id="281" r:id="rId7"/>
    <p:sldId id="28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0443" autoAdjust="0"/>
  </p:normalViewPr>
  <p:slideViewPr>
    <p:cSldViewPr snapToGrid="0">
      <p:cViewPr varScale="1">
        <p:scale>
          <a:sx n="142" d="100"/>
          <a:sy n="142" d="100"/>
        </p:scale>
        <p:origin x="7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146DED-E0E9-4707-8B05-0045C4DB2546}" type="doc">
      <dgm:prSet loTypeId="urn:microsoft.com/office/officeart/2005/8/layout/bProcess3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8B9C67C-617A-44E4-9878-70E53F990AFB}">
      <dgm:prSet phldrT="[Text]"/>
      <dgm:spPr/>
      <dgm:t>
        <a:bodyPr/>
        <a:lstStyle/>
        <a:p>
          <a:r>
            <a:rPr lang="en-US" dirty="0"/>
            <a:t>Have a GitHub Account</a:t>
          </a:r>
        </a:p>
      </dgm:t>
    </dgm:pt>
    <dgm:pt modelId="{1A050A74-01A5-458C-890A-D39570B4AE2B}" type="parTrans" cxnId="{6CD67634-51A2-48B1-B86A-D6E480781DE8}">
      <dgm:prSet/>
      <dgm:spPr/>
      <dgm:t>
        <a:bodyPr/>
        <a:lstStyle/>
        <a:p>
          <a:endParaRPr lang="en-US"/>
        </a:p>
      </dgm:t>
    </dgm:pt>
    <dgm:pt modelId="{60E1A721-56DF-4DB7-8FD8-5ABF6DB7ACFD}" type="sibTrans" cxnId="{6CD67634-51A2-48B1-B86A-D6E480781DE8}">
      <dgm:prSet/>
      <dgm:spPr/>
      <dgm:t>
        <a:bodyPr/>
        <a:lstStyle/>
        <a:p>
          <a:endParaRPr lang="en-US"/>
        </a:p>
      </dgm:t>
    </dgm:pt>
    <dgm:pt modelId="{529E5DC8-B0B7-486C-A080-CDF296327229}">
      <dgm:prSet phldrT="[Text]"/>
      <dgm:spPr>
        <a:ln>
          <a:solidFill>
            <a:schemeClr val="accent1"/>
          </a:solidFill>
        </a:ln>
      </dgm:spPr>
      <dgm:t>
        <a:bodyPr/>
        <a:lstStyle/>
        <a:p>
          <a:r>
            <a:rPr lang="en-US" dirty="0"/>
            <a:t>Make a Repo</a:t>
          </a:r>
        </a:p>
      </dgm:t>
    </dgm:pt>
    <dgm:pt modelId="{1C231ACC-4DD1-416F-B436-7027805CDA31}" type="parTrans" cxnId="{727AD3E3-FD30-499F-B5D5-FA0623CE6D1F}">
      <dgm:prSet/>
      <dgm:spPr/>
      <dgm:t>
        <a:bodyPr/>
        <a:lstStyle/>
        <a:p>
          <a:endParaRPr lang="en-US"/>
        </a:p>
      </dgm:t>
    </dgm:pt>
    <dgm:pt modelId="{BB896738-C795-4161-A1DE-4BE1263FCF38}" type="sibTrans" cxnId="{727AD3E3-FD30-499F-B5D5-FA0623CE6D1F}">
      <dgm:prSet/>
      <dgm:spPr/>
      <dgm:t>
        <a:bodyPr/>
        <a:lstStyle/>
        <a:p>
          <a:endParaRPr lang="en-US"/>
        </a:p>
      </dgm:t>
    </dgm:pt>
    <dgm:pt modelId="{D50E7EF5-FCDD-46BB-A83E-6CC8C010A350}">
      <dgm:prSet phldrT="[Text]"/>
      <dgm:spPr/>
      <dgm:t>
        <a:bodyPr/>
        <a:lstStyle/>
        <a:p>
          <a:r>
            <a:rPr lang="en-US" dirty="0"/>
            <a:t>Create a branch</a:t>
          </a:r>
        </a:p>
      </dgm:t>
    </dgm:pt>
    <dgm:pt modelId="{5C2D560C-C4B6-4908-9956-A02519325653}" type="parTrans" cxnId="{8AD26802-CE59-4CED-A45D-96E81128BF70}">
      <dgm:prSet/>
      <dgm:spPr/>
      <dgm:t>
        <a:bodyPr/>
        <a:lstStyle/>
        <a:p>
          <a:endParaRPr lang="en-US"/>
        </a:p>
      </dgm:t>
    </dgm:pt>
    <dgm:pt modelId="{D57651A7-2AE0-4D31-A3BC-2CE01351F63A}" type="sibTrans" cxnId="{8AD26802-CE59-4CED-A45D-96E81128BF70}">
      <dgm:prSet/>
      <dgm:spPr/>
      <dgm:t>
        <a:bodyPr/>
        <a:lstStyle/>
        <a:p>
          <a:endParaRPr lang="en-US"/>
        </a:p>
      </dgm:t>
    </dgm:pt>
    <dgm:pt modelId="{AADFDFEE-1374-439C-B5E7-A71F9448A7DA}">
      <dgm:prSet phldrT="[Text]"/>
      <dgm:spPr/>
      <dgm:t>
        <a:bodyPr/>
        <a:lstStyle/>
        <a:p>
          <a:r>
            <a:rPr lang="en-US" dirty="0"/>
            <a:t>Commit to your Repo</a:t>
          </a:r>
        </a:p>
      </dgm:t>
    </dgm:pt>
    <dgm:pt modelId="{191998C2-52CC-42C7-986C-7C6D37CB4390}" type="parTrans" cxnId="{838935E1-AAA6-4BC6-9EAB-CCE943E3223F}">
      <dgm:prSet/>
      <dgm:spPr/>
      <dgm:t>
        <a:bodyPr/>
        <a:lstStyle/>
        <a:p>
          <a:endParaRPr lang="en-US"/>
        </a:p>
      </dgm:t>
    </dgm:pt>
    <dgm:pt modelId="{1A766B5B-3140-489B-85C8-6EA4593B4BAC}" type="sibTrans" cxnId="{838935E1-AAA6-4BC6-9EAB-CCE943E3223F}">
      <dgm:prSet/>
      <dgm:spPr/>
      <dgm:t>
        <a:bodyPr/>
        <a:lstStyle/>
        <a:p>
          <a:endParaRPr lang="en-US"/>
        </a:p>
      </dgm:t>
    </dgm:pt>
    <dgm:pt modelId="{22F8117B-E179-4788-9033-809DC1792864}">
      <dgm:prSet phldrT="[Text]"/>
      <dgm:spPr/>
      <dgm:t>
        <a:bodyPr/>
        <a:lstStyle/>
        <a:p>
          <a:r>
            <a:rPr lang="en-US" dirty="0"/>
            <a:t>Practice</a:t>
          </a:r>
        </a:p>
      </dgm:t>
    </dgm:pt>
    <dgm:pt modelId="{5039C4B4-1B53-4445-8F3E-886DA23B6F22}" type="parTrans" cxnId="{7405F4B4-4A2B-49E5-9FEF-AC9655F562F1}">
      <dgm:prSet/>
      <dgm:spPr/>
      <dgm:t>
        <a:bodyPr/>
        <a:lstStyle/>
        <a:p>
          <a:endParaRPr lang="en-US"/>
        </a:p>
      </dgm:t>
    </dgm:pt>
    <dgm:pt modelId="{E4353F33-33D6-49EE-BE54-C22A4E398033}" type="sibTrans" cxnId="{7405F4B4-4A2B-49E5-9FEF-AC9655F562F1}">
      <dgm:prSet/>
      <dgm:spPr/>
      <dgm:t>
        <a:bodyPr/>
        <a:lstStyle/>
        <a:p>
          <a:endParaRPr lang="en-US"/>
        </a:p>
      </dgm:t>
    </dgm:pt>
    <dgm:pt modelId="{57C5FB8F-84A2-491B-8967-B8C572E425EA}">
      <dgm:prSet phldrT="[Text]"/>
      <dgm:spPr/>
      <dgm:t>
        <a:bodyPr/>
        <a:lstStyle/>
        <a:p>
          <a:r>
            <a:rPr lang="en-US" dirty="0"/>
            <a:t>Create files and add Markdown</a:t>
          </a:r>
        </a:p>
      </dgm:t>
    </dgm:pt>
    <dgm:pt modelId="{A3F53B7B-89B3-4022-97C8-384DE8943DFA}" type="parTrans" cxnId="{31244A01-6565-437C-B7B2-35FE48F17AC4}">
      <dgm:prSet/>
      <dgm:spPr/>
      <dgm:t>
        <a:bodyPr/>
        <a:lstStyle/>
        <a:p>
          <a:endParaRPr lang="en-US"/>
        </a:p>
      </dgm:t>
    </dgm:pt>
    <dgm:pt modelId="{3012C778-1CF9-4B75-A787-92AC0DA9A855}" type="sibTrans" cxnId="{31244A01-6565-437C-B7B2-35FE48F17AC4}">
      <dgm:prSet/>
      <dgm:spPr/>
      <dgm:t>
        <a:bodyPr/>
        <a:lstStyle/>
        <a:p>
          <a:endParaRPr lang="en-US"/>
        </a:p>
      </dgm:t>
    </dgm:pt>
    <dgm:pt modelId="{C23975EF-07CB-4F38-8FF4-922E76F95CCE}">
      <dgm:prSet phldrT="[Text]"/>
      <dgm:spPr/>
      <dgm:t>
        <a:bodyPr/>
        <a:lstStyle/>
        <a:p>
          <a:r>
            <a:rPr lang="en-US" dirty="0"/>
            <a:t>Do a Pull Request</a:t>
          </a:r>
        </a:p>
      </dgm:t>
    </dgm:pt>
    <dgm:pt modelId="{A425F875-7443-42F6-BB75-0677C2CD898F}" type="parTrans" cxnId="{8182AC4A-54E0-459D-9103-B682922C1DA4}">
      <dgm:prSet/>
      <dgm:spPr/>
      <dgm:t>
        <a:bodyPr/>
        <a:lstStyle/>
        <a:p>
          <a:endParaRPr lang="en-US"/>
        </a:p>
      </dgm:t>
    </dgm:pt>
    <dgm:pt modelId="{AE8F2A66-87FB-4E5D-9E9D-31BAF3253835}" type="sibTrans" cxnId="{8182AC4A-54E0-459D-9103-B682922C1DA4}">
      <dgm:prSet/>
      <dgm:spPr/>
      <dgm:t>
        <a:bodyPr/>
        <a:lstStyle/>
        <a:p>
          <a:endParaRPr lang="en-US"/>
        </a:p>
      </dgm:t>
    </dgm:pt>
    <dgm:pt modelId="{672CFFC6-BDD6-4E7A-83F3-05FA589DA793}">
      <dgm:prSet phldrT="[Text]"/>
      <dgm:spPr/>
      <dgm:t>
        <a:bodyPr/>
        <a:lstStyle/>
        <a:p>
          <a:r>
            <a:rPr lang="en-US" dirty="0"/>
            <a:t>Merge Changes</a:t>
          </a:r>
        </a:p>
      </dgm:t>
    </dgm:pt>
    <dgm:pt modelId="{0385823A-AAEC-4B78-8B9C-D0371DAB982A}" type="parTrans" cxnId="{E823FA4B-48C8-480C-A0E1-F9A26FA8F9FC}">
      <dgm:prSet/>
      <dgm:spPr/>
      <dgm:t>
        <a:bodyPr/>
        <a:lstStyle/>
        <a:p>
          <a:endParaRPr lang="en-US"/>
        </a:p>
      </dgm:t>
    </dgm:pt>
    <dgm:pt modelId="{0092D8B4-0BCB-4499-B555-AC2F257D5CA4}" type="sibTrans" cxnId="{E823FA4B-48C8-480C-A0E1-F9A26FA8F9FC}">
      <dgm:prSet/>
      <dgm:spPr/>
      <dgm:t>
        <a:bodyPr/>
        <a:lstStyle/>
        <a:p>
          <a:endParaRPr lang="en-US"/>
        </a:p>
      </dgm:t>
    </dgm:pt>
    <dgm:pt modelId="{78850705-3502-4537-AD7F-778C55DB601A}">
      <dgm:prSet phldrT="[Text]"/>
      <dgm:spPr/>
      <dgm:t>
        <a:bodyPr/>
        <a:lstStyle/>
        <a:p>
          <a:r>
            <a:rPr lang="en-US" dirty="0"/>
            <a:t>Get GitHub CLI &amp; </a:t>
          </a:r>
          <a:r>
            <a:rPr lang="en-US" dirty="0" err="1"/>
            <a:t>VSCode</a:t>
          </a:r>
          <a:endParaRPr lang="en-US" dirty="0"/>
        </a:p>
      </dgm:t>
    </dgm:pt>
    <dgm:pt modelId="{DE499189-2252-454C-BBE2-D19476836B33}" type="parTrans" cxnId="{823F3B68-A9B8-4BF1-AAD0-EE9F9AE9FA25}">
      <dgm:prSet/>
      <dgm:spPr/>
      <dgm:t>
        <a:bodyPr/>
        <a:lstStyle/>
        <a:p>
          <a:endParaRPr lang="en-US"/>
        </a:p>
      </dgm:t>
    </dgm:pt>
    <dgm:pt modelId="{F6650D04-8BA5-4633-B084-91EA7B210D9E}" type="sibTrans" cxnId="{823F3B68-A9B8-4BF1-AAD0-EE9F9AE9FA25}">
      <dgm:prSet/>
      <dgm:spPr/>
      <dgm:t>
        <a:bodyPr/>
        <a:lstStyle/>
        <a:p>
          <a:endParaRPr lang="en-US"/>
        </a:p>
      </dgm:t>
    </dgm:pt>
    <dgm:pt modelId="{84D5233B-A8F6-4618-B86E-9D1C9E3E7937}">
      <dgm:prSet phldrT="[Text]" phldr="0"/>
      <dgm:spPr/>
      <dgm:t>
        <a:bodyPr/>
        <a:lstStyle/>
        <a:p>
          <a:r>
            <a:rPr lang="en-US" dirty="0"/>
            <a:t>Clone a Repo</a:t>
          </a:r>
        </a:p>
      </dgm:t>
    </dgm:pt>
    <dgm:pt modelId="{9284792D-C222-4115-B4B1-F9F205CA284A}" type="parTrans" cxnId="{4E634013-9CA0-4203-A56E-583EA6FDA54A}">
      <dgm:prSet/>
      <dgm:spPr/>
      <dgm:t>
        <a:bodyPr/>
        <a:lstStyle/>
        <a:p>
          <a:endParaRPr lang="en-US"/>
        </a:p>
      </dgm:t>
    </dgm:pt>
    <dgm:pt modelId="{52A16FD7-3EE3-4A5E-AF79-933E31918381}" type="sibTrans" cxnId="{4E634013-9CA0-4203-A56E-583EA6FDA54A}">
      <dgm:prSet/>
      <dgm:spPr/>
      <dgm:t>
        <a:bodyPr/>
        <a:lstStyle/>
        <a:p>
          <a:endParaRPr lang="en-US"/>
        </a:p>
      </dgm:t>
    </dgm:pt>
    <dgm:pt modelId="{3167A5C7-9E3D-42BF-B0F0-8C1620A2ED3F}">
      <dgm:prSet phldrT="[Text]" phldr="0"/>
      <dgm:spPr/>
      <dgm:t>
        <a:bodyPr/>
        <a:lstStyle/>
        <a:p>
          <a:r>
            <a:rPr lang="en-US" dirty="0"/>
            <a:t>Git with AI</a:t>
          </a:r>
        </a:p>
      </dgm:t>
    </dgm:pt>
    <dgm:pt modelId="{4BBA82A5-FD88-436A-ACF5-812D517E7289}" type="parTrans" cxnId="{A6AA0F47-B4E6-4A52-8AF0-1E894AF9C4FB}">
      <dgm:prSet/>
      <dgm:spPr/>
      <dgm:t>
        <a:bodyPr/>
        <a:lstStyle/>
        <a:p>
          <a:endParaRPr lang="en-US"/>
        </a:p>
      </dgm:t>
    </dgm:pt>
    <dgm:pt modelId="{C0F7A2EE-A8A4-4C37-8EF4-4F50D21393B6}" type="sibTrans" cxnId="{A6AA0F47-B4E6-4A52-8AF0-1E894AF9C4FB}">
      <dgm:prSet/>
      <dgm:spPr/>
      <dgm:t>
        <a:bodyPr/>
        <a:lstStyle/>
        <a:p>
          <a:endParaRPr lang="en-US"/>
        </a:p>
      </dgm:t>
    </dgm:pt>
    <dgm:pt modelId="{F03BCC5C-CCCC-4571-AB5D-D696E44BBEAC}" type="pres">
      <dgm:prSet presAssocID="{F0146DED-E0E9-4707-8B05-0045C4DB2546}" presName="Name0" presStyleCnt="0">
        <dgm:presLayoutVars>
          <dgm:dir/>
          <dgm:resizeHandles val="exact"/>
        </dgm:presLayoutVars>
      </dgm:prSet>
      <dgm:spPr/>
    </dgm:pt>
    <dgm:pt modelId="{6DCCEDD1-B4EC-4164-95EF-A2DB7A23561C}" type="pres">
      <dgm:prSet presAssocID="{28B9C67C-617A-44E4-9878-70E53F990AFB}" presName="node" presStyleLbl="node1" presStyleIdx="0" presStyleCnt="11">
        <dgm:presLayoutVars>
          <dgm:bulletEnabled val="1"/>
        </dgm:presLayoutVars>
      </dgm:prSet>
      <dgm:spPr/>
    </dgm:pt>
    <dgm:pt modelId="{CB33F2C0-BFE3-42D8-8D4A-53D412F3E2F8}" type="pres">
      <dgm:prSet presAssocID="{60E1A721-56DF-4DB7-8FD8-5ABF6DB7ACFD}" presName="sibTrans" presStyleLbl="sibTrans1D1" presStyleIdx="0" presStyleCnt="10"/>
      <dgm:spPr/>
    </dgm:pt>
    <dgm:pt modelId="{9CD90B42-A0BB-481A-AE3D-B9BF154C5676}" type="pres">
      <dgm:prSet presAssocID="{60E1A721-56DF-4DB7-8FD8-5ABF6DB7ACFD}" presName="connectorText" presStyleLbl="sibTrans1D1" presStyleIdx="0" presStyleCnt="10"/>
      <dgm:spPr/>
    </dgm:pt>
    <dgm:pt modelId="{422781BD-C807-471F-AFB0-2C038C916B10}" type="pres">
      <dgm:prSet presAssocID="{78850705-3502-4537-AD7F-778C55DB601A}" presName="node" presStyleLbl="node1" presStyleIdx="1" presStyleCnt="11">
        <dgm:presLayoutVars>
          <dgm:bulletEnabled val="1"/>
        </dgm:presLayoutVars>
      </dgm:prSet>
      <dgm:spPr/>
    </dgm:pt>
    <dgm:pt modelId="{AD5053B2-5CAA-4957-8C22-FC1171BB8ED0}" type="pres">
      <dgm:prSet presAssocID="{F6650D04-8BA5-4633-B084-91EA7B210D9E}" presName="sibTrans" presStyleLbl="sibTrans1D1" presStyleIdx="1" presStyleCnt="10"/>
      <dgm:spPr/>
    </dgm:pt>
    <dgm:pt modelId="{B85B9F39-4F4E-460C-9B47-5910563C99BC}" type="pres">
      <dgm:prSet presAssocID="{F6650D04-8BA5-4633-B084-91EA7B210D9E}" presName="connectorText" presStyleLbl="sibTrans1D1" presStyleIdx="1" presStyleCnt="10"/>
      <dgm:spPr/>
    </dgm:pt>
    <dgm:pt modelId="{42999171-A6AC-4312-9E85-EC6EB4AD5E01}" type="pres">
      <dgm:prSet presAssocID="{529E5DC8-B0B7-486C-A080-CDF296327229}" presName="node" presStyleLbl="node1" presStyleIdx="2" presStyleCnt="11">
        <dgm:presLayoutVars>
          <dgm:bulletEnabled val="1"/>
        </dgm:presLayoutVars>
      </dgm:prSet>
      <dgm:spPr/>
    </dgm:pt>
    <dgm:pt modelId="{7E237CFF-CBBD-4B96-8835-80707F1FBF94}" type="pres">
      <dgm:prSet presAssocID="{BB896738-C795-4161-A1DE-4BE1263FCF38}" presName="sibTrans" presStyleLbl="sibTrans1D1" presStyleIdx="2" presStyleCnt="10"/>
      <dgm:spPr/>
    </dgm:pt>
    <dgm:pt modelId="{5C327446-1EE4-4067-ABAC-93C578FB5D9F}" type="pres">
      <dgm:prSet presAssocID="{BB896738-C795-4161-A1DE-4BE1263FCF38}" presName="connectorText" presStyleLbl="sibTrans1D1" presStyleIdx="2" presStyleCnt="10"/>
      <dgm:spPr/>
    </dgm:pt>
    <dgm:pt modelId="{278A16D5-C64B-46FE-8944-D0ED4663A1C2}" type="pres">
      <dgm:prSet presAssocID="{84D5233B-A8F6-4618-B86E-9D1C9E3E7937}" presName="node" presStyleLbl="node1" presStyleIdx="3" presStyleCnt="11" custLinFactNeighborX="-148" custLinFactNeighborY="404">
        <dgm:presLayoutVars>
          <dgm:bulletEnabled val="1"/>
        </dgm:presLayoutVars>
      </dgm:prSet>
      <dgm:spPr/>
    </dgm:pt>
    <dgm:pt modelId="{F56830DB-ECF8-47BA-B969-7B32D7398B72}" type="pres">
      <dgm:prSet presAssocID="{52A16FD7-3EE3-4A5E-AF79-933E31918381}" presName="sibTrans" presStyleLbl="sibTrans1D1" presStyleIdx="3" presStyleCnt="10"/>
      <dgm:spPr/>
    </dgm:pt>
    <dgm:pt modelId="{08F1ED6C-B5F6-4F4B-994E-8E49676D2464}" type="pres">
      <dgm:prSet presAssocID="{52A16FD7-3EE3-4A5E-AF79-933E31918381}" presName="connectorText" presStyleLbl="sibTrans1D1" presStyleIdx="3" presStyleCnt="10"/>
      <dgm:spPr/>
    </dgm:pt>
    <dgm:pt modelId="{DCBF471B-3B95-4150-BC0F-F789AE65B3F6}" type="pres">
      <dgm:prSet presAssocID="{57C5FB8F-84A2-491B-8967-B8C572E425EA}" presName="node" presStyleLbl="node1" presStyleIdx="4" presStyleCnt="11" custLinFactNeighborX="71108" custLinFactNeighborY="-5171">
        <dgm:presLayoutVars>
          <dgm:bulletEnabled val="1"/>
        </dgm:presLayoutVars>
      </dgm:prSet>
      <dgm:spPr/>
    </dgm:pt>
    <dgm:pt modelId="{AD704FB1-C3B1-428A-B0A0-2798023ECC81}" type="pres">
      <dgm:prSet presAssocID="{3012C778-1CF9-4B75-A787-92AC0DA9A855}" presName="sibTrans" presStyleLbl="sibTrans1D1" presStyleIdx="4" presStyleCnt="10"/>
      <dgm:spPr/>
    </dgm:pt>
    <dgm:pt modelId="{2143DAD3-64FB-433B-ABB4-57D05D661073}" type="pres">
      <dgm:prSet presAssocID="{3012C778-1CF9-4B75-A787-92AC0DA9A855}" presName="connectorText" presStyleLbl="sibTrans1D1" presStyleIdx="4" presStyleCnt="10"/>
      <dgm:spPr/>
    </dgm:pt>
    <dgm:pt modelId="{4B89AD54-3681-40FA-8B24-1DB7B9B44857}" type="pres">
      <dgm:prSet presAssocID="{AADFDFEE-1374-439C-B5E7-A71F9448A7DA}" presName="node" presStyleLbl="node1" presStyleIdx="5" presStyleCnt="11" custLinFactNeighborX="87403" custLinFactNeighborY="-5171">
        <dgm:presLayoutVars>
          <dgm:bulletEnabled val="1"/>
        </dgm:presLayoutVars>
      </dgm:prSet>
      <dgm:spPr/>
    </dgm:pt>
    <dgm:pt modelId="{27428051-873B-40C7-80C9-9EFBFA505495}" type="pres">
      <dgm:prSet presAssocID="{1A766B5B-3140-489B-85C8-6EA4593B4BAC}" presName="sibTrans" presStyleLbl="sibTrans1D1" presStyleIdx="5" presStyleCnt="10"/>
      <dgm:spPr/>
    </dgm:pt>
    <dgm:pt modelId="{AEA1B374-ADED-4D1E-87DE-8DF3BC9E62EE}" type="pres">
      <dgm:prSet presAssocID="{1A766B5B-3140-489B-85C8-6EA4593B4BAC}" presName="connectorText" presStyleLbl="sibTrans1D1" presStyleIdx="5" presStyleCnt="10"/>
      <dgm:spPr/>
    </dgm:pt>
    <dgm:pt modelId="{44D8066C-E92A-4FF6-834F-B59485D0BFB5}" type="pres">
      <dgm:prSet presAssocID="{D50E7EF5-FCDD-46BB-A83E-6CC8C010A350}" presName="node" presStyleLbl="node1" presStyleIdx="6" presStyleCnt="11" custLinFactNeighborX="82678" custLinFactNeighborY="-5171">
        <dgm:presLayoutVars>
          <dgm:bulletEnabled val="1"/>
        </dgm:presLayoutVars>
      </dgm:prSet>
      <dgm:spPr/>
    </dgm:pt>
    <dgm:pt modelId="{0D75A2DF-7530-4B58-BDE0-190FC08DF7BB}" type="pres">
      <dgm:prSet presAssocID="{D57651A7-2AE0-4D31-A3BC-2CE01351F63A}" presName="sibTrans" presStyleLbl="sibTrans1D1" presStyleIdx="6" presStyleCnt="10"/>
      <dgm:spPr/>
    </dgm:pt>
    <dgm:pt modelId="{4AA8D378-151E-4963-817B-4A08C192EBC7}" type="pres">
      <dgm:prSet presAssocID="{D57651A7-2AE0-4D31-A3BC-2CE01351F63A}" presName="connectorText" presStyleLbl="sibTrans1D1" presStyleIdx="6" presStyleCnt="10"/>
      <dgm:spPr/>
    </dgm:pt>
    <dgm:pt modelId="{889940F6-A80B-41B7-84FA-1916E66230C5}" type="pres">
      <dgm:prSet presAssocID="{C23975EF-07CB-4F38-8FF4-922E76F95CCE}" presName="node" presStyleLbl="node1" presStyleIdx="7" presStyleCnt="11" custLinFactX="-166147" custLinFactY="36592" custLinFactNeighborX="-200000" custLinFactNeighborY="100000">
        <dgm:presLayoutVars>
          <dgm:bulletEnabled val="1"/>
        </dgm:presLayoutVars>
      </dgm:prSet>
      <dgm:spPr/>
    </dgm:pt>
    <dgm:pt modelId="{2F68AF45-AAA4-4769-8874-31E0C90197F0}" type="pres">
      <dgm:prSet presAssocID="{AE8F2A66-87FB-4E5D-9E9D-31BAF3253835}" presName="sibTrans" presStyleLbl="sibTrans1D1" presStyleIdx="7" presStyleCnt="10"/>
      <dgm:spPr/>
    </dgm:pt>
    <dgm:pt modelId="{03317EB4-18DB-4B9E-80CD-12BE1936BB7A}" type="pres">
      <dgm:prSet presAssocID="{AE8F2A66-87FB-4E5D-9E9D-31BAF3253835}" presName="connectorText" presStyleLbl="sibTrans1D1" presStyleIdx="7" presStyleCnt="10"/>
      <dgm:spPr/>
    </dgm:pt>
    <dgm:pt modelId="{400B3128-A436-423A-9DAB-0B9CD8DDC5AC}" type="pres">
      <dgm:prSet presAssocID="{672CFFC6-BDD6-4E7A-83F3-05FA589DA793}" presName="node" presStyleLbl="node1" presStyleIdx="8" presStyleCnt="11" custLinFactX="25824" custLinFactNeighborX="100000" custLinFactNeighborY="-2011">
        <dgm:presLayoutVars>
          <dgm:bulletEnabled val="1"/>
        </dgm:presLayoutVars>
      </dgm:prSet>
      <dgm:spPr/>
    </dgm:pt>
    <dgm:pt modelId="{A15881F9-309D-40B6-B1A5-BEE80494D1B9}" type="pres">
      <dgm:prSet presAssocID="{0092D8B4-0BCB-4499-B555-AC2F257D5CA4}" presName="sibTrans" presStyleLbl="sibTrans1D1" presStyleIdx="8" presStyleCnt="10"/>
      <dgm:spPr/>
    </dgm:pt>
    <dgm:pt modelId="{04D13D1A-2EF8-41C8-B845-C6ECB7D4B8D2}" type="pres">
      <dgm:prSet presAssocID="{0092D8B4-0BCB-4499-B555-AC2F257D5CA4}" presName="connectorText" presStyleLbl="sibTrans1D1" presStyleIdx="8" presStyleCnt="10"/>
      <dgm:spPr/>
    </dgm:pt>
    <dgm:pt modelId="{67558C5F-51D6-4EF1-BD82-7ABB7EF98A6C}" type="pres">
      <dgm:prSet presAssocID="{22F8117B-E179-4788-9033-809DC1792864}" presName="node" presStyleLbl="node1" presStyleIdx="9" presStyleCnt="11" custLinFactX="27754" custLinFactNeighborX="100000" custLinFactNeighborY="-1606">
        <dgm:presLayoutVars>
          <dgm:bulletEnabled val="1"/>
        </dgm:presLayoutVars>
      </dgm:prSet>
      <dgm:spPr/>
    </dgm:pt>
    <dgm:pt modelId="{759B9BAE-CB52-4ACA-A3E8-D50E96079D41}" type="pres">
      <dgm:prSet presAssocID="{E4353F33-33D6-49EE-BE54-C22A4E398033}" presName="sibTrans" presStyleLbl="sibTrans1D1" presStyleIdx="9" presStyleCnt="10"/>
      <dgm:spPr/>
    </dgm:pt>
    <dgm:pt modelId="{945F104F-288E-4E34-B36F-6836B2BE8042}" type="pres">
      <dgm:prSet presAssocID="{E4353F33-33D6-49EE-BE54-C22A4E398033}" presName="connectorText" presStyleLbl="sibTrans1D1" presStyleIdx="9" presStyleCnt="10"/>
      <dgm:spPr/>
    </dgm:pt>
    <dgm:pt modelId="{D9F4FAFE-7872-463F-9414-79311EA60120}" type="pres">
      <dgm:prSet presAssocID="{3167A5C7-9E3D-42BF-B0F0-8C1620A2ED3F}" presName="node" presStyleLbl="node1" presStyleIdx="10" presStyleCnt="11" custLinFactX="20281" custLinFactNeighborX="100000" custLinFactNeighborY="-4419">
        <dgm:presLayoutVars>
          <dgm:bulletEnabled val="1"/>
        </dgm:presLayoutVars>
      </dgm:prSet>
      <dgm:spPr/>
    </dgm:pt>
  </dgm:ptLst>
  <dgm:cxnLst>
    <dgm:cxn modelId="{31244A01-6565-437C-B7B2-35FE48F17AC4}" srcId="{F0146DED-E0E9-4707-8B05-0045C4DB2546}" destId="{57C5FB8F-84A2-491B-8967-B8C572E425EA}" srcOrd="4" destOrd="0" parTransId="{A3F53B7B-89B3-4022-97C8-384DE8943DFA}" sibTransId="{3012C778-1CF9-4B75-A787-92AC0DA9A855}"/>
    <dgm:cxn modelId="{8AD26802-CE59-4CED-A45D-96E81128BF70}" srcId="{F0146DED-E0E9-4707-8B05-0045C4DB2546}" destId="{D50E7EF5-FCDD-46BB-A83E-6CC8C010A350}" srcOrd="6" destOrd="0" parTransId="{5C2D560C-C4B6-4908-9956-A02519325653}" sibTransId="{D57651A7-2AE0-4D31-A3BC-2CE01351F63A}"/>
    <dgm:cxn modelId="{4E634013-9CA0-4203-A56E-583EA6FDA54A}" srcId="{F0146DED-E0E9-4707-8B05-0045C4DB2546}" destId="{84D5233B-A8F6-4618-B86E-9D1C9E3E7937}" srcOrd="3" destOrd="0" parTransId="{9284792D-C222-4115-B4B1-F9F205CA284A}" sibTransId="{52A16FD7-3EE3-4A5E-AF79-933E31918381}"/>
    <dgm:cxn modelId="{A78CBD16-50F5-4236-A869-AF496C1A5449}" type="presOf" srcId="{AE8F2A66-87FB-4E5D-9E9D-31BAF3253835}" destId="{2F68AF45-AAA4-4769-8874-31E0C90197F0}" srcOrd="0" destOrd="0" presId="urn:microsoft.com/office/officeart/2005/8/layout/bProcess3"/>
    <dgm:cxn modelId="{575B3D18-2E4C-4BE8-8B4D-6708027EF0C3}" type="presOf" srcId="{57C5FB8F-84A2-491B-8967-B8C572E425EA}" destId="{DCBF471B-3B95-4150-BC0F-F789AE65B3F6}" srcOrd="0" destOrd="0" presId="urn:microsoft.com/office/officeart/2005/8/layout/bProcess3"/>
    <dgm:cxn modelId="{0BD8F51B-3390-46CB-8A99-DED8CB52DD4B}" type="presOf" srcId="{1A766B5B-3140-489B-85C8-6EA4593B4BAC}" destId="{27428051-873B-40C7-80C9-9EFBFA505495}" srcOrd="0" destOrd="0" presId="urn:microsoft.com/office/officeart/2005/8/layout/bProcess3"/>
    <dgm:cxn modelId="{04EB2D1E-854C-42BD-88E2-10501BC1F297}" type="presOf" srcId="{F6650D04-8BA5-4633-B084-91EA7B210D9E}" destId="{B85B9F39-4F4E-460C-9B47-5910563C99BC}" srcOrd="1" destOrd="0" presId="urn:microsoft.com/office/officeart/2005/8/layout/bProcess3"/>
    <dgm:cxn modelId="{DB4CBC21-DAE1-4057-BF2B-BE544639207C}" type="presOf" srcId="{D57651A7-2AE0-4D31-A3BC-2CE01351F63A}" destId="{0D75A2DF-7530-4B58-BDE0-190FC08DF7BB}" srcOrd="0" destOrd="0" presId="urn:microsoft.com/office/officeart/2005/8/layout/bProcess3"/>
    <dgm:cxn modelId="{E2075D31-57CE-4126-BF82-E3C42F884C2A}" type="presOf" srcId="{AE8F2A66-87FB-4E5D-9E9D-31BAF3253835}" destId="{03317EB4-18DB-4B9E-80CD-12BE1936BB7A}" srcOrd="1" destOrd="0" presId="urn:microsoft.com/office/officeart/2005/8/layout/bProcess3"/>
    <dgm:cxn modelId="{6CD67634-51A2-48B1-B86A-D6E480781DE8}" srcId="{F0146DED-E0E9-4707-8B05-0045C4DB2546}" destId="{28B9C67C-617A-44E4-9878-70E53F990AFB}" srcOrd="0" destOrd="0" parTransId="{1A050A74-01A5-458C-890A-D39570B4AE2B}" sibTransId="{60E1A721-56DF-4DB7-8FD8-5ABF6DB7ACFD}"/>
    <dgm:cxn modelId="{44055535-C4C8-4171-9EC3-33AD1ABC821E}" type="presOf" srcId="{D57651A7-2AE0-4D31-A3BC-2CE01351F63A}" destId="{4AA8D378-151E-4963-817B-4A08C192EBC7}" srcOrd="1" destOrd="0" presId="urn:microsoft.com/office/officeart/2005/8/layout/bProcess3"/>
    <dgm:cxn modelId="{AD9FC738-A692-44AE-B530-844C1B8C47CD}" type="presOf" srcId="{52A16FD7-3EE3-4A5E-AF79-933E31918381}" destId="{F56830DB-ECF8-47BA-B969-7B32D7398B72}" srcOrd="0" destOrd="0" presId="urn:microsoft.com/office/officeart/2005/8/layout/bProcess3"/>
    <dgm:cxn modelId="{328D273F-7FCB-4B08-AEB9-4DCC9334C2CE}" type="presOf" srcId="{E4353F33-33D6-49EE-BE54-C22A4E398033}" destId="{945F104F-288E-4E34-B36F-6836B2BE8042}" srcOrd="1" destOrd="0" presId="urn:microsoft.com/office/officeart/2005/8/layout/bProcess3"/>
    <dgm:cxn modelId="{77F17641-50EA-4B38-AF80-CF99493FCC73}" type="presOf" srcId="{3012C778-1CF9-4B75-A787-92AC0DA9A855}" destId="{2143DAD3-64FB-433B-ABB4-57D05D661073}" srcOrd="1" destOrd="0" presId="urn:microsoft.com/office/officeart/2005/8/layout/bProcess3"/>
    <dgm:cxn modelId="{A6AA0F47-B4E6-4A52-8AF0-1E894AF9C4FB}" srcId="{F0146DED-E0E9-4707-8B05-0045C4DB2546}" destId="{3167A5C7-9E3D-42BF-B0F0-8C1620A2ED3F}" srcOrd="10" destOrd="0" parTransId="{4BBA82A5-FD88-436A-ACF5-812D517E7289}" sibTransId="{C0F7A2EE-A8A4-4C37-8EF4-4F50D21393B6}"/>
    <dgm:cxn modelId="{823F3B68-A9B8-4BF1-AAD0-EE9F9AE9FA25}" srcId="{F0146DED-E0E9-4707-8B05-0045C4DB2546}" destId="{78850705-3502-4537-AD7F-778C55DB601A}" srcOrd="1" destOrd="0" parTransId="{DE499189-2252-454C-BBE2-D19476836B33}" sibTransId="{F6650D04-8BA5-4633-B084-91EA7B210D9E}"/>
    <dgm:cxn modelId="{8182AC4A-54E0-459D-9103-B682922C1DA4}" srcId="{F0146DED-E0E9-4707-8B05-0045C4DB2546}" destId="{C23975EF-07CB-4F38-8FF4-922E76F95CCE}" srcOrd="7" destOrd="0" parTransId="{A425F875-7443-42F6-BB75-0677C2CD898F}" sibTransId="{AE8F2A66-87FB-4E5D-9E9D-31BAF3253835}"/>
    <dgm:cxn modelId="{E823FA4B-48C8-480C-A0E1-F9A26FA8F9FC}" srcId="{F0146DED-E0E9-4707-8B05-0045C4DB2546}" destId="{672CFFC6-BDD6-4E7A-83F3-05FA589DA793}" srcOrd="8" destOrd="0" parTransId="{0385823A-AAEC-4B78-8B9C-D0371DAB982A}" sibTransId="{0092D8B4-0BCB-4499-B555-AC2F257D5CA4}"/>
    <dgm:cxn modelId="{71B1306C-2012-443D-B7C4-3429456EE82F}" type="presOf" srcId="{F6650D04-8BA5-4633-B084-91EA7B210D9E}" destId="{AD5053B2-5CAA-4957-8C22-FC1171BB8ED0}" srcOrd="0" destOrd="0" presId="urn:microsoft.com/office/officeart/2005/8/layout/bProcess3"/>
    <dgm:cxn modelId="{25DCE175-E788-4E4C-BF8C-A7A87BF5ACD8}" type="presOf" srcId="{BB896738-C795-4161-A1DE-4BE1263FCF38}" destId="{5C327446-1EE4-4067-ABAC-93C578FB5D9F}" srcOrd="1" destOrd="0" presId="urn:microsoft.com/office/officeart/2005/8/layout/bProcess3"/>
    <dgm:cxn modelId="{C1282457-378E-4314-8941-880283F2C8F4}" type="presOf" srcId="{22F8117B-E179-4788-9033-809DC1792864}" destId="{67558C5F-51D6-4EF1-BD82-7ABB7EF98A6C}" srcOrd="0" destOrd="0" presId="urn:microsoft.com/office/officeart/2005/8/layout/bProcess3"/>
    <dgm:cxn modelId="{F0C1297C-8A0C-475D-B6F6-922436143532}" type="presOf" srcId="{E4353F33-33D6-49EE-BE54-C22A4E398033}" destId="{759B9BAE-CB52-4ACA-A3E8-D50E96079D41}" srcOrd="0" destOrd="0" presId="urn:microsoft.com/office/officeart/2005/8/layout/bProcess3"/>
    <dgm:cxn modelId="{668D077E-4271-41E8-8963-53336BB5ABC3}" type="presOf" srcId="{672CFFC6-BDD6-4E7A-83F3-05FA589DA793}" destId="{400B3128-A436-423A-9DAB-0B9CD8DDC5AC}" srcOrd="0" destOrd="0" presId="urn:microsoft.com/office/officeart/2005/8/layout/bProcess3"/>
    <dgm:cxn modelId="{AE038A7E-A2A7-4AC1-BCC2-45B84592A4E2}" type="presOf" srcId="{F0146DED-E0E9-4707-8B05-0045C4DB2546}" destId="{F03BCC5C-CCCC-4571-AB5D-D696E44BBEAC}" srcOrd="0" destOrd="0" presId="urn:microsoft.com/office/officeart/2005/8/layout/bProcess3"/>
    <dgm:cxn modelId="{18557587-3FA7-4266-B846-443872FCD38D}" type="presOf" srcId="{0092D8B4-0BCB-4499-B555-AC2F257D5CA4}" destId="{04D13D1A-2EF8-41C8-B845-C6ECB7D4B8D2}" srcOrd="1" destOrd="0" presId="urn:microsoft.com/office/officeart/2005/8/layout/bProcess3"/>
    <dgm:cxn modelId="{1A89548D-5F9F-4295-8E33-06C5F6B7126E}" type="presOf" srcId="{3012C778-1CF9-4B75-A787-92AC0DA9A855}" destId="{AD704FB1-C3B1-428A-B0A0-2798023ECC81}" srcOrd="0" destOrd="0" presId="urn:microsoft.com/office/officeart/2005/8/layout/bProcess3"/>
    <dgm:cxn modelId="{5D44FB8D-BE07-4B8C-A86D-D01E76101A86}" type="presOf" srcId="{BB896738-C795-4161-A1DE-4BE1263FCF38}" destId="{7E237CFF-CBBD-4B96-8835-80707F1FBF94}" srcOrd="0" destOrd="0" presId="urn:microsoft.com/office/officeart/2005/8/layout/bProcess3"/>
    <dgm:cxn modelId="{47A5F09B-D8C7-4EBB-8959-0DC28F0C20FC}" type="presOf" srcId="{1A766B5B-3140-489B-85C8-6EA4593B4BAC}" destId="{AEA1B374-ADED-4D1E-87DE-8DF3BC9E62EE}" srcOrd="1" destOrd="0" presId="urn:microsoft.com/office/officeart/2005/8/layout/bProcess3"/>
    <dgm:cxn modelId="{E33B899E-B92D-4649-B8C0-2D46972A3DA2}" type="presOf" srcId="{D50E7EF5-FCDD-46BB-A83E-6CC8C010A350}" destId="{44D8066C-E92A-4FF6-834F-B59485D0BFB5}" srcOrd="0" destOrd="0" presId="urn:microsoft.com/office/officeart/2005/8/layout/bProcess3"/>
    <dgm:cxn modelId="{AA6127A7-C0B0-4E0F-9992-83306E8B5FE5}" type="presOf" srcId="{529E5DC8-B0B7-486C-A080-CDF296327229}" destId="{42999171-A6AC-4312-9E85-EC6EB4AD5E01}" srcOrd="0" destOrd="0" presId="urn:microsoft.com/office/officeart/2005/8/layout/bProcess3"/>
    <dgm:cxn modelId="{3BB0FCA8-D973-4AE5-921F-27B7710718EB}" type="presOf" srcId="{84D5233B-A8F6-4618-B86E-9D1C9E3E7937}" destId="{278A16D5-C64B-46FE-8944-D0ED4663A1C2}" srcOrd="0" destOrd="0" presId="urn:microsoft.com/office/officeart/2005/8/layout/bProcess3"/>
    <dgm:cxn modelId="{7405F4B4-4A2B-49E5-9FEF-AC9655F562F1}" srcId="{F0146DED-E0E9-4707-8B05-0045C4DB2546}" destId="{22F8117B-E179-4788-9033-809DC1792864}" srcOrd="9" destOrd="0" parTransId="{5039C4B4-1B53-4445-8F3E-886DA23B6F22}" sibTransId="{E4353F33-33D6-49EE-BE54-C22A4E398033}"/>
    <dgm:cxn modelId="{DF2A0FB7-0283-4A27-9F2F-A1F0E8F25819}" type="presOf" srcId="{AADFDFEE-1374-439C-B5E7-A71F9448A7DA}" destId="{4B89AD54-3681-40FA-8B24-1DB7B9B44857}" srcOrd="0" destOrd="0" presId="urn:microsoft.com/office/officeart/2005/8/layout/bProcess3"/>
    <dgm:cxn modelId="{0C3DC4BB-B441-4F23-AB71-F07AB9CFC22F}" type="presOf" srcId="{60E1A721-56DF-4DB7-8FD8-5ABF6DB7ACFD}" destId="{9CD90B42-A0BB-481A-AE3D-B9BF154C5676}" srcOrd="1" destOrd="0" presId="urn:microsoft.com/office/officeart/2005/8/layout/bProcess3"/>
    <dgm:cxn modelId="{1FDDD6BB-B416-4248-8C83-03FC8859B4C2}" type="presOf" srcId="{28B9C67C-617A-44E4-9878-70E53F990AFB}" destId="{6DCCEDD1-B4EC-4164-95EF-A2DB7A23561C}" srcOrd="0" destOrd="0" presId="urn:microsoft.com/office/officeart/2005/8/layout/bProcess3"/>
    <dgm:cxn modelId="{538C86C6-3906-4C7C-AD8A-572E7D3AB308}" type="presOf" srcId="{3167A5C7-9E3D-42BF-B0F0-8C1620A2ED3F}" destId="{D9F4FAFE-7872-463F-9414-79311EA60120}" srcOrd="0" destOrd="0" presId="urn:microsoft.com/office/officeart/2005/8/layout/bProcess3"/>
    <dgm:cxn modelId="{C1992FD9-4F41-41A9-A3CB-72C8D1EAD73B}" type="presOf" srcId="{60E1A721-56DF-4DB7-8FD8-5ABF6DB7ACFD}" destId="{CB33F2C0-BFE3-42D8-8D4A-53D412F3E2F8}" srcOrd="0" destOrd="0" presId="urn:microsoft.com/office/officeart/2005/8/layout/bProcess3"/>
    <dgm:cxn modelId="{838935E1-AAA6-4BC6-9EAB-CCE943E3223F}" srcId="{F0146DED-E0E9-4707-8B05-0045C4DB2546}" destId="{AADFDFEE-1374-439C-B5E7-A71F9448A7DA}" srcOrd="5" destOrd="0" parTransId="{191998C2-52CC-42C7-986C-7C6D37CB4390}" sibTransId="{1A766B5B-3140-489B-85C8-6EA4593B4BAC}"/>
    <dgm:cxn modelId="{727AD3E3-FD30-499F-B5D5-FA0623CE6D1F}" srcId="{F0146DED-E0E9-4707-8B05-0045C4DB2546}" destId="{529E5DC8-B0B7-486C-A080-CDF296327229}" srcOrd="2" destOrd="0" parTransId="{1C231ACC-4DD1-416F-B436-7027805CDA31}" sibTransId="{BB896738-C795-4161-A1DE-4BE1263FCF38}"/>
    <dgm:cxn modelId="{F8E393E4-0325-463E-9E79-599F647E96A1}" type="presOf" srcId="{52A16FD7-3EE3-4A5E-AF79-933E31918381}" destId="{08F1ED6C-B5F6-4F4B-994E-8E49676D2464}" srcOrd="1" destOrd="0" presId="urn:microsoft.com/office/officeart/2005/8/layout/bProcess3"/>
    <dgm:cxn modelId="{AE7595E4-20BC-4DB2-8108-A05AFAAAD0FF}" type="presOf" srcId="{C23975EF-07CB-4F38-8FF4-922E76F95CCE}" destId="{889940F6-A80B-41B7-84FA-1916E66230C5}" srcOrd="0" destOrd="0" presId="urn:microsoft.com/office/officeart/2005/8/layout/bProcess3"/>
    <dgm:cxn modelId="{C6D905F1-6E94-40BD-B2A0-85F0B7D98C98}" type="presOf" srcId="{78850705-3502-4537-AD7F-778C55DB601A}" destId="{422781BD-C807-471F-AFB0-2C038C916B10}" srcOrd="0" destOrd="0" presId="urn:microsoft.com/office/officeart/2005/8/layout/bProcess3"/>
    <dgm:cxn modelId="{F3A41AF8-6A63-4F9D-B05F-944AB829CD7C}" type="presOf" srcId="{0092D8B4-0BCB-4499-B555-AC2F257D5CA4}" destId="{A15881F9-309D-40B6-B1A5-BEE80494D1B9}" srcOrd="0" destOrd="0" presId="urn:microsoft.com/office/officeart/2005/8/layout/bProcess3"/>
    <dgm:cxn modelId="{6B52B2AD-6FCA-45E1-92BE-A5D60D5EAB59}" type="presParOf" srcId="{F03BCC5C-CCCC-4571-AB5D-D696E44BBEAC}" destId="{6DCCEDD1-B4EC-4164-95EF-A2DB7A23561C}" srcOrd="0" destOrd="0" presId="urn:microsoft.com/office/officeart/2005/8/layout/bProcess3"/>
    <dgm:cxn modelId="{6F47C90E-A218-4261-92A0-A16A223A8E0B}" type="presParOf" srcId="{F03BCC5C-CCCC-4571-AB5D-D696E44BBEAC}" destId="{CB33F2C0-BFE3-42D8-8D4A-53D412F3E2F8}" srcOrd="1" destOrd="0" presId="urn:microsoft.com/office/officeart/2005/8/layout/bProcess3"/>
    <dgm:cxn modelId="{005A2A48-9C1E-4124-8198-484903943049}" type="presParOf" srcId="{CB33F2C0-BFE3-42D8-8D4A-53D412F3E2F8}" destId="{9CD90B42-A0BB-481A-AE3D-B9BF154C5676}" srcOrd="0" destOrd="0" presId="urn:microsoft.com/office/officeart/2005/8/layout/bProcess3"/>
    <dgm:cxn modelId="{E6F635CA-06E8-4759-83D1-EF2E353E8C25}" type="presParOf" srcId="{F03BCC5C-CCCC-4571-AB5D-D696E44BBEAC}" destId="{422781BD-C807-471F-AFB0-2C038C916B10}" srcOrd="2" destOrd="0" presId="urn:microsoft.com/office/officeart/2005/8/layout/bProcess3"/>
    <dgm:cxn modelId="{606BDB99-036A-4E61-84C1-545E3BB5F516}" type="presParOf" srcId="{F03BCC5C-CCCC-4571-AB5D-D696E44BBEAC}" destId="{AD5053B2-5CAA-4957-8C22-FC1171BB8ED0}" srcOrd="3" destOrd="0" presId="urn:microsoft.com/office/officeart/2005/8/layout/bProcess3"/>
    <dgm:cxn modelId="{2CAE9879-E1A1-4CFD-849A-3547D797D988}" type="presParOf" srcId="{AD5053B2-5CAA-4957-8C22-FC1171BB8ED0}" destId="{B85B9F39-4F4E-460C-9B47-5910563C99BC}" srcOrd="0" destOrd="0" presId="urn:microsoft.com/office/officeart/2005/8/layout/bProcess3"/>
    <dgm:cxn modelId="{03098EB9-6539-425E-B9F9-C0DA756624DF}" type="presParOf" srcId="{F03BCC5C-CCCC-4571-AB5D-D696E44BBEAC}" destId="{42999171-A6AC-4312-9E85-EC6EB4AD5E01}" srcOrd="4" destOrd="0" presId="urn:microsoft.com/office/officeart/2005/8/layout/bProcess3"/>
    <dgm:cxn modelId="{5D239986-3661-467B-BFBF-B828CCADEE36}" type="presParOf" srcId="{F03BCC5C-CCCC-4571-AB5D-D696E44BBEAC}" destId="{7E237CFF-CBBD-4B96-8835-80707F1FBF94}" srcOrd="5" destOrd="0" presId="urn:microsoft.com/office/officeart/2005/8/layout/bProcess3"/>
    <dgm:cxn modelId="{A87FC980-A116-46FA-9FCD-F90DC4471A2B}" type="presParOf" srcId="{7E237CFF-CBBD-4B96-8835-80707F1FBF94}" destId="{5C327446-1EE4-4067-ABAC-93C578FB5D9F}" srcOrd="0" destOrd="0" presId="urn:microsoft.com/office/officeart/2005/8/layout/bProcess3"/>
    <dgm:cxn modelId="{0E0CF3FD-C70D-405C-9199-4C079BCDC5D3}" type="presParOf" srcId="{F03BCC5C-CCCC-4571-AB5D-D696E44BBEAC}" destId="{278A16D5-C64B-46FE-8944-D0ED4663A1C2}" srcOrd="6" destOrd="0" presId="urn:microsoft.com/office/officeart/2005/8/layout/bProcess3"/>
    <dgm:cxn modelId="{AB47120B-917F-42BB-AA82-FCEE4EFC1F40}" type="presParOf" srcId="{F03BCC5C-CCCC-4571-AB5D-D696E44BBEAC}" destId="{F56830DB-ECF8-47BA-B969-7B32D7398B72}" srcOrd="7" destOrd="0" presId="urn:microsoft.com/office/officeart/2005/8/layout/bProcess3"/>
    <dgm:cxn modelId="{06D95FCB-0819-4EAF-BA00-413418381F91}" type="presParOf" srcId="{F56830DB-ECF8-47BA-B969-7B32D7398B72}" destId="{08F1ED6C-B5F6-4F4B-994E-8E49676D2464}" srcOrd="0" destOrd="0" presId="urn:microsoft.com/office/officeart/2005/8/layout/bProcess3"/>
    <dgm:cxn modelId="{99719F20-F9BB-4497-96FC-57FC989CB17D}" type="presParOf" srcId="{F03BCC5C-CCCC-4571-AB5D-D696E44BBEAC}" destId="{DCBF471B-3B95-4150-BC0F-F789AE65B3F6}" srcOrd="8" destOrd="0" presId="urn:microsoft.com/office/officeart/2005/8/layout/bProcess3"/>
    <dgm:cxn modelId="{EC9F8075-DCFD-4C00-A800-5F076B4261E1}" type="presParOf" srcId="{F03BCC5C-CCCC-4571-AB5D-D696E44BBEAC}" destId="{AD704FB1-C3B1-428A-B0A0-2798023ECC81}" srcOrd="9" destOrd="0" presId="urn:microsoft.com/office/officeart/2005/8/layout/bProcess3"/>
    <dgm:cxn modelId="{994BB6EA-E753-478B-B533-23CB0814B42A}" type="presParOf" srcId="{AD704FB1-C3B1-428A-B0A0-2798023ECC81}" destId="{2143DAD3-64FB-433B-ABB4-57D05D661073}" srcOrd="0" destOrd="0" presId="urn:microsoft.com/office/officeart/2005/8/layout/bProcess3"/>
    <dgm:cxn modelId="{559E5E09-B70F-46C4-8671-24B0115C54B1}" type="presParOf" srcId="{F03BCC5C-CCCC-4571-AB5D-D696E44BBEAC}" destId="{4B89AD54-3681-40FA-8B24-1DB7B9B44857}" srcOrd="10" destOrd="0" presId="urn:microsoft.com/office/officeart/2005/8/layout/bProcess3"/>
    <dgm:cxn modelId="{1FBF5D2B-7CB6-4F80-81DB-81DBDF93B84C}" type="presParOf" srcId="{F03BCC5C-CCCC-4571-AB5D-D696E44BBEAC}" destId="{27428051-873B-40C7-80C9-9EFBFA505495}" srcOrd="11" destOrd="0" presId="urn:microsoft.com/office/officeart/2005/8/layout/bProcess3"/>
    <dgm:cxn modelId="{F29B1C59-2D1B-47A0-94AD-438446E5108F}" type="presParOf" srcId="{27428051-873B-40C7-80C9-9EFBFA505495}" destId="{AEA1B374-ADED-4D1E-87DE-8DF3BC9E62EE}" srcOrd="0" destOrd="0" presId="urn:microsoft.com/office/officeart/2005/8/layout/bProcess3"/>
    <dgm:cxn modelId="{A76A04BD-E254-47F0-BBBE-5C2322349B14}" type="presParOf" srcId="{F03BCC5C-CCCC-4571-AB5D-D696E44BBEAC}" destId="{44D8066C-E92A-4FF6-834F-B59485D0BFB5}" srcOrd="12" destOrd="0" presId="urn:microsoft.com/office/officeart/2005/8/layout/bProcess3"/>
    <dgm:cxn modelId="{7E031737-3A11-486D-8DC2-A034CE0D24A4}" type="presParOf" srcId="{F03BCC5C-CCCC-4571-AB5D-D696E44BBEAC}" destId="{0D75A2DF-7530-4B58-BDE0-190FC08DF7BB}" srcOrd="13" destOrd="0" presId="urn:microsoft.com/office/officeart/2005/8/layout/bProcess3"/>
    <dgm:cxn modelId="{D12697C8-4D40-411C-843D-064DA9009019}" type="presParOf" srcId="{0D75A2DF-7530-4B58-BDE0-190FC08DF7BB}" destId="{4AA8D378-151E-4963-817B-4A08C192EBC7}" srcOrd="0" destOrd="0" presId="urn:microsoft.com/office/officeart/2005/8/layout/bProcess3"/>
    <dgm:cxn modelId="{CF68FAB5-C4DC-4457-AFC2-C0BE782818AD}" type="presParOf" srcId="{F03BCC5C-CCCC-4571-AB5D-D696E44BBEAC}" destId="{889940F6-A80B-41B7-84FA-1916E66230C5}" srcOrd="14" destOrd="0" presId="urn:microsoft.com/office/officeart/2005/8/layout/bProcess3"/>
    <dgm:cxn modelId="{B12CEE0C-CDC5-42D1-B1C9-70E3F4333512}" type="presParOf" srcId="{F03BCC5C-CCCC-4571-AB5D-D696E44BBEAC}" destId="{2F68AF45-AAA4-4769-8874-31E0C90197F0}" srcOrd="15" destOrd="0" presId="urn:microsoft.com/office/officeart/2005/8/layout/bProcess3"/>
    <dgm:cxn modelId="{5C582C9C-0872-41AA-B519-C071CC8B7BAE}" type="presParOf" srcId="{2F68AF45-AAA4-4769-8874-31E0C90197F0}" destId="{03317EB4-18DB-4B9E-80CD-12BE1936BB7A}" srcOrd="0" destOrd="0" presId="urn:microsoft.com/office/officeart/2005/8/layout/bProcess3"/>
    <dgm:cxn modelId="{FB0F2E6D-171D-41CB-A694-2D0D235E3174}" type="presParOf" srcId="{F03BCC5C-CCCC-4571-AB5D-D696E44BBEAC}" destId="{400B3128-A436-423A-9DAB-0B9CD8DDC5AC}" srcOrd="16" destOrd="0" presId="urn:microsoft.com/office/officeart/2005/8/layout/bProcess3"/>
    <dgm:cxn modelId="{5308F040-59FA-43AA-8C84-CA00E16985DD}" type="presParOf" srcId="{F03BCC5C-CCCC-4571-AB5D-D696E44BBEAC}" destId="{A15881F9-309D-40B6-B1A5-BEE80494D1B9}" srcOrd="17" destOrd="0" presId="urn:microsoft.com/office/officeart/2005/8/layout/bProcess3"/>
    <dgm:cxn modelId="{135EA6EF-B537-4FFA-8207-7F2E821D0F20}" type="presParOf" srcId="{A15881F9-309D-40B6-B1A5-BEE80494D1B9}" destId="{04D13D1A-2EF8-41C8-B845-C6ECB7D4B8D2}" srcOrd="0" destOrd="0" presId="urn:microsoft.com/office/officeart/2005/8/layout/bProcess3"/>
    <dgm:cxn modelId="{6D829C3F-3BC7-4EF4-8E71-512CBE1C7113}" type="presParOf" srcId="{F03BCC5C-CCCC-4571-AB5D-D696E44BBEAC}" destId="{67558C5F-51D6-4EF1-BD82-7ABB7EF98A6C}" srcOrd="18" destOrd="0" presId="urn:microsoft.com/office/officeart/2005/8/layout/bProcess3"/>
    <dgm:cxn modelId="{CEC6C3F2-0C50-41B3-ADA5-513633A2219A}" type="presParOf" srcId="{F03BCC5C-CCCC-4571-AB5D-D696E44BBEAC}" destId="{759B9BAE-CB52-4ACA-A3E8-D50E96079D41}" srcOrd="19" destOrd="0" presId="urn:microsoft.com/office/officeart/2005/8/layout/bProcess3"/>
    <dgm:cxn modelId="{DDCAC345-BC47-42B6-A73D-FD3A5C026350}" type="presParOf" srcId="{759B9BAE-CB52-4ACA-A3E8-D50E96079D41}" destId="{945F104F-288E-4E34-B36F-6836B2BE8042}" srcOrd="0" destOrd="0" presId="urn:microsoft.com/office/officeart/2005/8/layout/bProcess3"/>
    <dgm:cxn modelId="{A61627BD-60E6-45EB-B2DF-792EF845AB96}" type="presParOf" srcId="{F03BCC5C-CCCC-4571-AB5D-D696E44BBEAC}" destId="{D9F4FAFE-7872-463F-9414-79311EA60120}" srcOrd="2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74D6CC-D08F-41B6-8C1F-C020AB656E97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DE6CD148-2E3A-4413-AD4F-D8257F8841F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git add</a:t>
          </a:r>
          <a:endParaRPr lang="en-US" dirty="0"/>
        </a:p>
      </dgm:t>
    </dgm:pt>
    <dgm:pt modelId="{ACA59575-89F9-4C21-BD54-4A4F3F2895F0}" type="parTrans" cxnId="{EA7C4B23-A3BC-446D-B869-E2CA7C280780}">
      <dgm:prSet/>
      <dgm:spPr/>
      <dgm:t>
        <a:bodyPr/>
        <a:lstStyle/>
        <a:p>
          <a:endParaRPr lang="en-US"/>
        </a:p>
      </dgm:t>
    </dgm:pt>
    <dgm:pt modelId="{6DD79B66-3596-463E-9D79-483CB6D8401E}" type="sibTrans" cxnId="{EA7C4B23-A3BC-446D-B869-E2CA7C280780}">
      <dgm:prSet/>
      <dgm:spPr/>
      <dgm:t>
        <a:bodyPr/>
        <a:lstStyle/>
        <a:p>
          <a:endParaRPr lang="en-US"/>
        </a:p>
      </dgm:t>
    </dgm:pt>
    <dgm:pt modelId="{D2048CD0-C784-4B90-A0BD-73DF3C1F7D6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git clone</a:t>
          </a:r>
        </a:p>
      </dgm:t>
    </dgm:pt>
    <dgm:pt modelId="{80021E3A-3F89-43B7-80FC-4566027270CD}" type="parTrans" cxnId="{E2F8A0E2-98C3-403F-8FC9-C3AC285FF60F}">
      <dgm:prSet/>
      <dgm:spPr/>
      <dgm:t>
        <a:bodyPr/>
        <a:lstStyle/>
        <a:p>
          <a:endParaRPr lang="en-US"/>
        </a:p>
      </dgm:t>
    </dgm:pt>
    <dgm:pt modelId="{E371AD46-7DDB-43BC-A7C5-3ACB5419E478}" type="sibTrans" cxnId="{E2F8A0E2-98C3-403F-8FC9-C3AC285FF60F}">
      <dgm:prSet/>
      <dgm:spPr/>
      <dgm:t>
        <a:bodyPr/>
        <a:lstStyle/>
        <a:p>
          <a:endParaRPr lang="en-US"/>
        </a:p>
      </dgm:t>
    </dgm:pt>
    <dgm:pt modelId="{6698A7A3-3D51-41A2-9FFB-336CF5F184C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git commit</a:t>
          </a:r>
        </a:p>
      </dgm:t>
    </dgm:pt>
    <dgm:pt modelId="{3E0BC0A8-E014-4465-AF26-73E5456A92B7}" type="parTrans" cxnId="{5FE50347-7661-4684-BF8B-B54F8558F059}">
      <dgm:prSet/>
      <dgm:spPr/>
      <dgm:t>
        <a:bodyPr/>
        <a:lstStyle/>
        <a:p>
          <a:endParaRPr lang="en-US"/>
        </a:p>
      </dgm:t>
    </dgm:pt>
    <dgm:pt modelId="{17F197BF-B87E-4B31-B30F-B9F5D979179E}" type="sibTrans" cxnId="{5FE50347-7661-4684-BF8B-B54F8558F059}">
      <dgm:prSet/>
      <dgm:spPr/>
      <dgm:t>
        <a:bodyPr/>
        <a:lstStyle/>
        <a:p>
          <a:endParaRPr lang="en-US"/>
        </a:p>
      </dgm:t>
    </dgm:pt>
    <dgm:pt modelId="{F165C66E-3B32-4FCC-BC63-C0E48E13773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git status</a:t>
          </a:r>
        </a:p>
      </dgm:t>
    </dgm:pt>
    <dgm:pt modelId="{418B1B35-FCC1-4532-B2B2-27FACEC6C8E2}" type="parTrans" cxnId="{48956EB4-1CCC-49A2-86C4-EEC67E0E15F4}">
      <dgm:prSet/>
      <dgm:spPr/>
      <dgm:t>
        <a:bodyPr/>
        <a:lstStyle/>
        <a:p>
          <a:endParaRPr lang="en-US"/>
        </a:p>
      </dgm:t>
    </dgm:pt>
    <dgm:pt modelId="{77873B4F-7345-4BD7-8002-73AF98AF0A93}" type="sibTrans" cxnId="{48956EB4-1CCC-49A2-86C4-EEC67E0E15F4}">
      <dgm:prSet/>
      <dgm:spPr/>
      <dgm:t>
        <a:bodyPr/>
        <a:lstStyle/>
        <a:p>
          <a:endParaRPr lang="en-US"/>
        </a:p>
      </dgm:t>
    </dgm:pt>
    <dgm:pt modelId="{3E913E07-91EF-4934-B184-8101BA92CA1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git branch</a:t>
          </a:r>
        </a:p>
      </dgm:t>
    </dgm:pt>
    <dgm:pt modelId="{4B0233F5-E7BB-4173-B906-C55B1859C836}" type="parTrans" cxnId="{9B74DCC1-7526-482E-8735-48EC3F55CB31}">
      <dgm:prSet/>
      <dgm:spPr/>
      <dgm:t>
        <a:bodyPr/>
        <a:lstStyle/>
        <a:p>
          <a:endParaRPr lang="en-US"/>
        </a:p>
      </dgm:t>
    </dgm:pt>
    <dgm:pt modelId="{5E3285F3-9C26-4DE4-8073-EDB8E696D9FC}" type="sibTrans" cxnId="{9B74DCC1-7526-482E-8735-48EC3F55CB31}">
      <dgm:prSet/>
      <dgm:spPr/>
      <dgm:t>
        <a:bodyPr/>
        <a:lstStyle/>
        <a:p>
          <a:endParaRPr lang="en-US"/>
        </a:p>
      </dgm:t>
    </dgm:pt>
    <dgm:pt modelId="{AEB4C4E3-F5A6-493D-AA14-EA4DC4CFC3C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git merge</a:t>
          </a:r>
        </a:p>
      </dgm:t>
    </dgm:pt>
    <dgm:pt modelId="{4818EC7B-99DD-4248-A326-4CF17ED8D1D5}" type="parTrans" cxnId="{E122E507-60FB-473D-89E4-DBF6F09CDB12}">
      <dgm:prSet/>
      <dgm:spPr/>
      <dgm:t>
        <a:bodyPr/>
        <a:lstStyle/>
        <a:p>
          <a:endParaRPr lang="en-US"/>
        </a:p>
      </dgm:t>
    </dgm:pt>
    <dgm:pt modelId="{37648E05-CC60-4BBC-98A8-24E7289A36ED}" type="sibTrans" cxnId="{E122E507-60FB-473D-89E4-DBF6F09CDB12}">
      <dgm:prSet/>
      <dgm:spPr/>
      <dgm:t>
        <a:bodyPr/>
        <a:lstStyle/>
        <a:p>
          <a:endParaRPr lang="en-US"/>
        </a:p>
      </dgm:t>
    </dgm:pt>
    <dgm:pt modelId="{FF691525-3BA8-4440-8D42-2A04FF5CBDC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git pull</a:t>
          </a:r>
        </a:p>
      </dgm:t>
    </dgm:pt>
    <dgm:pt modelId="{A80E115C-92E2-419A-8875-84A9406C744E}" type="parTrans" cxnId="{4A98E8C7-AA8E-4C7A-A1C6-725B3C4E40FD}">
      <dgm:prSet/>
      <dgm:spPr/>
      <dgm:t>
        <a:bodyPr/>
        <a:lstStyle/>
        <a:p>
          <a:endParaRPr lang="en-US"/>
        </a:p>
      </dgm:t>
    </dgm:pt>
    <dgm:pt modelId="{B908D5CC-8419-433E-B865-352FEAC60105}" type="sibTrans" cxnId="{4A98E8C7-AA8E-4C7A-A1C6-725B3C4E40FD}">
      <dgm:prSet/>
      <dgm:spPr/>
      <dgm:t>
        <a:bodyPr/>
        <a:lstStyle/>
        <a:p>
          <a:endParaRPr lang="en-US"/>
        </a:p>
      </dgm:t>
    </dgm:pt>
    <dgm:pt modelId="{01610EED-88B6-448D-BD26-8C8B7D10E96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git push</a:t>
          </a:r>
        </a:p>
      </dgm:t>
    </dgm:pt>
    <dgm:pt modelId="{F7558672-D1AB-425B-B1FA-456358430C0B}" type="parTrans" cxnId="{27F5DB7A-AFBC-454F-BDB3-C94355CC1DE6}">
      <dgm:prSet/>
      <dgm:spPr/>
      <dgm:t>
        <a:bodyPr/>
        <a:lstStyle/>
        <a:p>
          <a:endParaRPr lang="en-US"/>
        </a:p>
      </dgm:t>
    </dgm:pt>
    <dgm:pt modelId="{D50611C8-8559-4AFB-A653-AF522565E8B7}" type="sibTrans" cxnId="{27F5DB7A-AFBC-454F-BDB3-C94355CC1DE6}">
      <dgm:prSet/>
      <dgm:spPr/>
      <dgm:t>
        <a:bodyPr/>
        <a:lstStyle/>
        <a:p>
          <a:endParaRPr lang="en-US"/>
        </a:p>
      </dgm:t>
    </dgm:pt>
    <dgm:pt modelId="{50988750-42E8-43A4-83CA-D52BE1EF1588}">
      <dgm:prSet phldrT="[Text]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dirty="0">
              <a:solidFill>
                <a:schemeClr val="bg2"/>
              </a:solidFill>
            </a:rPr>
            <a:t>Track/Stages current changes that you want to be committed to the repo</a:t>
          </a:r>
        </a:p>
      </dgm:t>
    </dgm:pt>
    <dgm:pt modelId="{FB942055-D93B-4E21-8CB6-E5A6D996D86B}" type="parTrans" cxnId="{3EBBB486-33BE-49DB-8587-1CD73CBD53D0}">
      <dgm:prSet/>
      <dgm:spPr/>
      <dgm:t>
        <a:bodyPr/>
        <a:lstStyle/>
        <a:p>
          <a:endParaRPr lang="en-US"/>
        </a:p>
      </dgm:t>
    </dgm:pt>
    <dgm:pt modelId="{37C8646B-4D56-4088-9A08-5443B9702681}" type="sibTrans" cxnId="{3EBBB486-33BE-49DB-8587-1CD73CBD53D0}">
      <dgm:prSet/>
      <dgm:spPr/>
      <dgm:t>
        <a:bodyPr/>
        <a:lstStyle/>
        <a:p>
          <a:endParaRPr lang="en-US"/>
        </a:p>
      </dgm:t>
    </dgm:pt>
    <dgm:pt modelId="{4411F618-3A4E-4724-BF34-75C5F00742FB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b="0" i="0" dirty="0">
              <a:solidFill>
                <a:schemeClr val="bg2"/>
              </a:solidFill>
            </a:rPr>
            <a:t>Creates a local copy of a project that already exists remotely</a:t>
          </a:r>
        </a:p>
      </dgm:t>
    </dgm:pt>
    <dgm:pt modelId="{4330342F-4E9F-471E-921B-3D8B4C26B3AF}" type="parTrans" cxnId="{6E8F0E85-934C-4CE4-8F3C-F6F15CB8D75F}">
      <dgm:prSet/>
      <dgm:spPr/>
      <dgm:t>
        <a:bodyPr/>
        <a:lstStyle/>
        <a:p>
          <a:endParaRPr lang="en-US"/>
        </a:p>
      </dgm:t>
    </dgm:pt>
    <dgm:pt modelId="{D22B024F-7BB6-4F4B-9FA7-3CC19EA3F972}" type="sibTrans" cxnId="{6E8F0E85-934C-4CE4-8F3C-F6F15CB8D75F}">
      <dgm:prSet/>
      <dgm:spPr/>
      <dgm:t>
        <a:bodyPr/>
        <a:lstStyle/>
        <a:p>
          <a:endParaRPr lang="en-US"/>
        </a:p>
      </dgm:t>
    </dgm:pt>
    <dgm:pt modelId="{13BA7E33-7BA2-4436-BA85-90EB9EAC15C5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b="0" i="0" dirty="0">
              <a:solidFill>
                <a:schemeClr val="bg2"/>
              </a:solidFill>
            </a:rPr>
            <a:t>Saves the snapshot to the project history and completes the change-tracking process</a:t>
          </a:r>
        </a:p>
      </dgm:t>
    </dgm:pt>
    <dgm:pt modelId="{EF7A75FE-CBCD-4D5B-AC7C-44C54B1A2EC2}" type="parTrans" cxnId="{470869C3-92FD-4C9B-AF1E-A988075AF64D}">
      <dgm:prSet/>
      <dgm:spPr/>
      <dgm:t>
        <a:bodyPr/>
        <a:lstStyle/>
        <a:p>
          <a:endParaRPr lang="en-US"/>
        </a:p>
      </dgm:t>
    </dgm:pt>
    <dgm:pt modelId="{637ACBDB-92FD-495E-ABCC-8D6E830BB947}" type="sibTrans" cxnId="{470869C3-92FD-4C9B-AF1E-A988075AF64D}">
      <dgm:prSet/>
      <dgm:spPr/>
      <dgm:t>
        <a:bodyPr/>
        <a:lstStyle/>
        <a:p>
          <a:endParaRPr lang="en-US"/>
        </a:p>
      </dgm:t>
    </dgm:pt>
    <dgm:pt modelId="{EFA20FB6-F653-4B68-9A6A-138133A6BDD8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b="0" i="0" dirty="0">
              <a:solidFill>
                <a:schemeClr val="bg2"/>
              </a:solidFill>
            </a:rPr>
            <a:t>Shows the status of changes as untracked, modified, or staged</a:t>
          </a:r>
        </a:p>
      </dgm:t>
    </dgm:pt>
    <dgm:pt modelId="{56B5F53E-F803-43BD-9FCE-D6EB44F9C3D9}" type="parTrans" cxnId="{9740D38C-CFD4-4EA3-95C2-B16FF112A978}">
      <dgm:prSet/>
      <dgm:spPr/>
      <dgm:t>
        <a:bodyPr/>
        <a:lstStyle/>
        <a:p>
          <a:endParaRPr lang="en-US"/>
        </a:p>
      </dgm:t>
    </dgm:pt>
    <dgm:pt modelId="{5C31A6B7-A0B3-44CE-B87A-53C8ED10F4B8}" type="sibTrans" cxnId="{9740D38C-CFD4-4EA3-95C2-B16FF112A978}">
      <dgm:prSet/>
      <dgm:spPr/>
      <dgm:t>
        <a:bodyPr/>
        <a:lstStyle/>
        <a:p>
          <a:endParaRPr lang="en-US"/>
        </a:p>
      </dgm:t>
    </dgm:pt>
    <dgm:pt modelId="{1A30D4AA-4449-4769-82F9-3920099314C3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b="0" i="0" dirty="0">
              <a:solidFill>
                <a:schemeClr val="bg2"/>
              </a:solidFill>
            </a:rPr>
            <a:t>Shows the branches being worked on locally.</a:t>
          </a:r>
        </a:p>
      </dgm:t>
    </dgm:pt>
    <dgm:pt modelId="{BFFB07A6-F762-4571-8009-1CB19429A3A3}" type="parTrans" cxnId="{5C50B7A8-880E-4B92-B7CE-1719BECC3322}">
      <dgm:prSet/>
      <dgm:spPr/>
      <dgm:t>
        <a:bodyPr/>
        <a:lstStyle/>
        <a:p>
          <a:endParaRPr lang="en-US"/>
        </a:p>
      </dgm:t>
    </dgm:pt>
    <dgm:pt modelId="{D01E6C0C-8BF0-4743-BDFE-067C159551BE}" type="sibTrans" cxnId="{5C50B7A8-880E-4B92-B7CE-1719BECC3322}">
      <dgm:prSet/>
      <dgm:spPr/>
      <dgm:t>
        <a:bodyPr/>
        <a:lstStyle/>
        <a:p>
          <a:endParaRPr lang="en-US"/>
        </a:p>
      </dgm:t>
    </dgm:pt>
    <dgm:pt modelId="{BC7EFEF1-2A2B-4AFE-9B89-BD266864E592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b="0" i="0" dirty="0">
              <a:solidFill>
                <a:schemeClr val="bg2"/>
              </a:solidFill>
            </a:rPr>
            <a:t>Merges lines of development together</a:t>
          </a:r>
        </a:p>
      </dgm:t>
    </dgm:pt>
    <dgm:pt modelId="{E710D88E-1476-4849-863D-B5F4F9DE5EB3}" type="parTrans" cxnId="{5AE34417-9986-4C8C-8CAB-9FD58ED2F444}">
      <dgm:prSet/>
      <dgm:spPr/>
      <dgm:t>
        <a:bodyPr/>
        <a:lstStyle/>
        <a:p>
          <a:endParaRPr lang="en-US"/>
        </a:p>
      </dgm:t>
    </dgm:pt>
    <dgm:pt modelId="{235DC329-8069-4100-8814-AD24855D1F98}" type="sibTrans" cxnId="{5AE34417-9986-4C8C-8CAB-9FD58ED2F444}">
      <dgm:prSet/>
      <dgm:spPr/>
      <dgm:t>
        <a:bodyPr/>
        <a:lstStyle/>
        <a:p>
          <a:endParaRPr lang="en-US"/>
        </a:p>
      </dgm:t>
    </dgm:pt>
    <dgm:pt modelId="{342F6C1D-DA72-44FB-8C24-0AB254B4B953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b="0" i="0" dirty="0">
              <a:solidFill>
                <a:schemeClr val="bg2"/>
              </a:solidFill>
            </a:rPr>
            <a:t>Updates the local line of development with updates from its remote counterpart</a:t>
          </a:r>
        </a:p>
      </dgm:t>
    </dgm:pt>
    <dgm:pt modelId="{F3E89010-4DE4-4821-B8FA-928FC7E12050}" type="parTrans" cxnId="{C9730F30-0CC6-44AB-9210-B28177E5E784}">
      <dgm:prSet/>
      <dgm:spPr/>
      <dgm:t>
        <a:bodyPr/>
        <a:lstStyle/>
        <a:p>
          <a:endParaRPr lang="en-US"/>
        </a:p>
      </dgm:t>
    </dgm:pt>
    <dgm:pt modelId="{5C65D5A6-7F0C-49F6-A1DC-7C4E7E6E8EA1}" type="sibTrans" cxnId="{C9730F30-0CC6-44AB-9210-B28177E5E784}">
      <dgm:prSet/>
      <dgm:spPr/>
      <dgm:t>
        <a:bodyPr/>
        <a:lstStyle/>
        <a:p>
          <a:endParaRPr lang="en-US"/>
        </a:p>
      </dgm:t>
    </dgm:pt>
    <dgm:pt modelId="{F38FDD3D-7F03-4077-ADF8-580BBEB61C52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b="0" i="0" dirty="0">
              <a:solidFill>
                <a:schemeClr val="bg2"/>
              </a:solidFill>
            </a:rPr>
            <a:t>Updates the remote repository with any commits made locally to a branch.</a:t>
          </a:r>
        </a:p>
      </dgm:t>
    </dgm:pt>
    <dgm:pt modelId="{AC2E7939-4D1F-46FC-9EEE-91E6400DD3F0}" type="parTrans" cxnId="{2E7C8C49-A5B6-4420-B0C5-461235E1951D}">
      <dgm:prSet/>
      <dgm:spPr/>
      <dgm:t>
        <a:bodyPr/>
        <a:lstStyle/>
        <a:p>
          <a:endParaRPr lang="en-US"/>
        </a:p>
      </dgm:t>
    </dgm:pt>
    <dgm:pt modelId="{D06A0D9D-0198-4BD7-9880-C5672D7218D3}" type="sibTrans" cxnId="{2E7C8C49-A5B6-4420-B0C5-461235E1951D}">
      <dgm:prSet/>
      <dgm:spPr/>
      <dgm:t>
        <a:bodyPr/>
        <a:lstStyle/>
        <a:p>
          <a:endParaRPr lang="en-US"/>
        </a:p>
      </dgm:t>
    </dgm:pt>
    <dgm:pt modelId="{A120AF14-FB27-49E6-BD56-F96DF1C2F478}" type="pres">
      <dgm:prSet presAssocID="{6774D6CC-D08F-41B6-8C1F-C020AB656E97}" presName="Name0" presStyleCnt="0">
        <dgm:presLayoutVars>
          <dgm:dir/>
          <dgm:animLvl val="lvl"/>
          <dgm:resizeHandles val="exact"/>
        </dgm:presLayoutVars>
      </dgm:prSet>
      <dgm:spPr/>
    </dgm:pt>
    <dgm:pt modelId="{02D1B3B5-9E69-4E2B-8172-E7B456D1B88C}" type="pres">
      <dgm:prSet presAssocID="{D2048CD0-C784-4B90-A0BD-73DF3C1F7D69}" presName="linNode" presStyleCnt="0"/>
      <dgm:spPr/>
    </dgm:pt>
    <dgm:pt modelId="{7D7181C3-79D2-42C9-BE6D-B368A3308A35}" type="pres">
      <dgm:prSet presAssocID="{D2048CD0-C784-4B90-A0BD-73DF3C1F7D69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9F511821-30C7-44EE-BE15-ED30B4A1A90E}" type="pres">
      <dgm:prSet presAssocID="{D2048CD0-C784-4B90-A0BD-73DF3C1F7D69}" presName="descendantText" presStyleLbl="alignAccFollowNode1" presStyleIdx="0" presStyleCnt="8">
        <dgm:presLayoutVars>
          <dgm:bulletEnabled val="1"/>
        </dgm:presLayoutVars>
      </dgm:prSet>
      <dgm:spPr/>
    </dgm:pt>
    <dgm:pt modelId="{A8AA40F3-5F4C-456F-9142-FAEACC416334}" type="pres">
      <dgm:prSet presAssocID="{E371AD46-7DDB-43BC-A7C5-3ACB5419E478}" presName="sp" presStyleCnt="0"/>
      <dgm:spPr/>
    </dgm:pt>
    <dgm:pt modelId="{C0114734-F21A-4118-B6CC-7F9DF8942F5B}" type="pres">
      <dgm:prSet presAssocID="{DE6CD148-2E3A-4413-AD4F-D8257F8841F7}" presName="linNode" presStyleCnt="0"/>
      <dgm:spPr/>
    </dgm:pt>
    <dgm:pt modelId="{919F2EAC-EDA1-4008-9504-E9D3F26EA9D2}" type="pres">
      <dgm:prSet presAssocID="{DE6CD148-2E3A-4413-AD4F-D8257F8841F7}" presName="parentText" presStyleLbl="node1" presStyleIdx="1" presStyleCnt="8">
        <dgm:presLayoutVars>
          <dgm:chMax val="1"/>
          <dgm:bulletEnabled val="1"/>
        </dgm:presLayoutVars>
      </dgm:prSet>
      <dgm:spPr/>
    </dgm:pt>
    <dgm:pt modelId="{CD3D2777-B0B3-48A8-A1A1-F46E09E658A8}" type="pres">
      <dgm:prSet presAssocID="{DE6CD148-2E3A-4413-AD4F-D8257F8841F7}" presName="descendantText" presStyleLbl="alignAccFollowNode1" presStyleIdx="1" presStyleCnt="8">
        <dgm:presLayoutVars>
          <dgm:bulletEnabled val="1"/>
        </dgm:presLayoutVars>
      </dgm:prSet>
      <dgm:spPr/>
    </dgm:pt>
    <dgm:pt modelId="{8F925C9D-2442-4F00-9358-F8D1DBE27166}" type="pres">
      <dgm:prSet presAssocID="{6DD79B66-3596-463E-9D79-483CB6D8401E}" presName="sp" presStyleCnt="0"/>
      <dgm:spPr/>
    </dgm:pt>
    <dgm:pt modelId="{5E3941E5-5AD2-45BD-9029-8534FB502307}" type="pres">
      <dgm:prSet presAssocID="{6698A7A3-3D51-41A2-9FFB-336CF5F184C7}" presName="linNode" presStyleCnt="0"/>
      <dgm:spPr/>
    </dgm:pt>
    <dgm:pt modelId="{1A1533F1-B6EF-4DC4-9804-99FECDE4497E}" type="pres">
      <dgm:prSet presAssocID="{6698A7A3-3D51-41A2-9FFB-336CF5F184C7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05ACDEAE-5449-40F8-9816-9F0D5866E996}" type="pres">
      <dgm:prSet presAssocID="{6698A7A3-3D51-41A2-9FFB-336CF5F184C7}" presName="descendantText" presStyleLbl="alignAccFollowNode1" presStyleIdx="2" presStyleCnt="8">
        <dgm:presLayoutVars>
          <dgm:bulletEnabled val="1"/>
        </dgm:presLayoutVars>
      </dgm:prSet>
      <dgm:spPr/>
    </dgm:pt>
    <dgm:pt modelId="{88B9FE75-18D0-4C86-871B-BBF2B6643EFA}" type="pres">
      <dgm:prSet presAssocID="{17F197BF-B87E-4B31-B30F-B9F5D979179E}" presName="sp" presStyleCnt="0"/>
      <dgm:spPr/>
    </dgm:pt>
    <dgm:pt modelId="{610C21CD-24AD-489E-8210-42FC92901E4F}" type="pres">
      <dgm:prSet presAssocID="{F165C66E-3B32-4FCC-BC63-C0E48E13773A}" presName="linNode" presStyleCnt="0"/>
      <dgm:spPr/>
    </dgm:pt>
    <dgm:pt modelId="{87379221-2FD2-42BB-B976-D3FDFD2DE368}" type="pres">
      <dgm:prSet presAssocID="{F165C66E-3B32-4FCC-BC63-C0E48E13773A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96B234E1-B1F6-4AD4-9F1E-2A2986D08063}" type="pres">
      <dgm:prSet presAssocID="{F165C66E-3B32-4FCC-BC63-C0E48E13773A}" presName="descendantText" presStyleLbl="alignAccFollowNode1" presStyleIdx="3" presStyleCnt="8">
        <dgm:presLayoutVars>
          <dgm:bulletEnabled val="1"/>
        </dgm:presLayoutVars>
      </dgm:prSet>
      <dgm:spPr/>
    </dgm:pt>
    <dgm:pt modelId="{028E148D-65D8-4879-8AEF-C9E04A8B1986}" type="pres">
      <dgm:prSet presAssocID="{77873B4F-7345-4BD7-8002-73AF98AF0A93}" presName="sp" presStyleCnt="0"/>
      <dgm:spPr/>
    </dgm:pt>
    <dgm:pt modelId="{6CEAC5A1-D4D5-4E3E-AFF4-FE5AF1173671}" type="pres">
      <dgm:prSet presAssocID="{01610EED-88B6-448D-BD26-8C8B7D10E964}" presName="linNode" presStyleCnt="0"/>
      <dgm:spPr/>
    </dgm:pt>
    <dgm:pt modelId="{8A43D587-55EA-4489-BABB-D21F00D0B445}" type="pres">
      <dgm:prSet presAssocID="{01610EED-88B6-448D-BD26-8C8B7D10E964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A718F9D1-B626-4505-BC3C-72F1A58196B3}" type="pres">
      <dgm:prSet presAssocID="{01610EED-88B6-448D-BD26-8C8B7D10E964}" presName="descendantText" presStyleLbl="alignAccFollowNode1" presStyleIdx="4" presStyleCnt="8">
        <dgm:presLayoutVars>
          <dgm:bulletEnabled val="1"/>
        </dgm:presLayoutVars>
      </dgm:prSet>
      <dgm:spPr/>
    </dgm:pt>
    <dgm:pt modelId="{469D0D40-38FA-4D29-B4CA-3645C904C8AD}" type="pres">
      <dgm:prSet presAssocID="{D50611C8-8559-4AFB-A653-AF522565E8B7}" presName="sp" presStyleCnt="0"/>
      <dgm:spPr/>
    </dgm:pt>
    <dgm:pt modelId="{7EBF948B-79BF-4160-B1A0-C2F387C82103}" type="pres">
      <dgm:prSet presAssocID="{3E913E07-91EF-4934-B184-8101BA92CA17}" presName="linNode" presStyleCnt="0"/>
      <dgm:spPr/>
    </dgm:pt>
    <dgm:pt modelId="{E7FECA51-2E31-4BB2-BA21-598AA0635CFE}" type="pres">
      <dgm:prSet presAssocID="{3E913E07-91EF-4934-B184-8101BA92CA17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627BD9A2-87AC-4DAE-8453-676C5AFB0A4B}" type="pres">
      <dgm:prSet presAssocID="{3E913E07-91EF-4934-B184-8101BA92CA17}" presName="descendantText" presStyleLbl="alignAccFollowNode1" presStyleIdx="5" presStyleCnt="8">
        <dgm:presLayoutVars>
          <dgm:bulletEnabled val="1"/>
        </dgm:presLayoutVars>
      </dgm:prSet>
      <dgm:spPr/>
    </dgm:pt>
    <dgm:pt modelId="{0997640B-897A-4591-95BA-B9F0D67D0090}" type="pres">
      <dgm:prSet presAssocID="{5E3285F3-9C26-4DE4-8073-EDB8E696D9FC}" presName="sp" presStyleCnt="0"/>
      <dgm:spPr/>
    </dgm:pt>
    <dgm:pt modelId="{7C3FA2BB-A945-4C58-87F5-DFED482515CF}" type="pres">
      <dgm:prSet presAssocID="{AEB4C4E3-F5A6-493D-AA14-EA4DC4CFC3CC}" presName="linNode" presStyleCnt="0"/>
      <dgm:spPr/>
    </dgm:pt>
    <dgm:pt modelId="{8531C7E9-197D-4211-9839-213C003C25E9}" type="pres">
      <dgm:prSet presAssocID="{AEB4C4E3-F5A6-493D-AA14-EA4DC4CFC3CC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84E058B7-D423-41F9-99E3-C76472626B91}" type="pres">
      <dgm:prSet presAssocID="{AEB4C4E3-F5A6-493D-AA14-EA4DC4CFC3CC}" presName="descendantText" presStyleLbl="alignAccFollowNode1" presStyleIdx="6" presStyleCnt="8">
        <dgm:presLayoutVars>
          <dgm:bulletEnabled val="1"/>
        </dgm:presLayoutVars>
      </dgm:prSet>
      <dgm:spPr/>
    </dgm:pt>
    <dgm:pt modelId="{F000714E-4E8A-4B19-A19B-4F31AF28A952}" type="pres">
      <dgm:prSet presAssocID="{37648E05-CC60-4BBC-98A8-24E7289A36ED}" presName="sp" presStyleCnt="0"/>
      <dgm:spPr/>
    </dgm:pt>
    <dgm:pt modelId="{0BEB466F-2654-443C-A51D-440E4A28EA01}" type="pres">
      <dgm:prSet presAssocID="{FF691525-3BA8-4440-8D42-2A04FF5CBDC8}" presName="linNode" presStyleCnt="0"/>
      <dgm:spPr/>
    </dgm:pt>
    <dgm:pt modelId="{7894D1E9-801C-467A-B853-11CE2E29E21E}" type="pres">
      <dgm:prSet presAssocID="{FF691525-3BA8-4440-8D42-2A04FF5CBDC8}" presName="parentText" presStyleLbl="node1" presStyleIdx="7" presStyleCnt="8">
        <dgm:presLayoutVars>
          <dgm:chMax val="1"/>
          <dgm:bulletEnabled val="1"/>
        </dgm:presLayoutVars>
      </dgm:prSet>
      <dgm:spPr/>
    </dgm:pt>
    <dgm:pt modelId="{0CBE881E-0DA8-49FE-9580-33DDDFDDD596}" type="pres">
      <dgm:prSet presAssocID="{FF691525-3BA8-4440-8D42-2A04FF5CBDC8}" presName="descendantText" presStyleLbl="alignAccFollowNode1" presStyleIdx="7" presStyleCnt="8">
        <dgm:presLayoutVars>
          <dgm:bulletEnabled val="1"/>
        </dgm:presLayoutVars>
      </dgm:prSet>
      <dgm:spPr/>
    </dgm:pt>
  </dgm:ptLst>
  <dgm:cxnLst>
    <dgm:cxn modelId="{E122E507-60FB-473D-89E4-DBF6F09CDB12}" srcId="{6774D6CC-D08F-41B6-8C1F-C020AB656E97}" destId="{AEB4C4E3-F5A6-493D-AA14-EA4DC4CFC3CC}" srcOrd="6" destOrd="0" parTransId="{4818EC7B-99DD-4248-A326-4CF17ED8D1D5}" sibTransId="{37648E05-CC60-4BBC-98A8-24E7289A36ED}"/>
    <dgm:cxn modelId="{5AE34417-9986-4C8C-8CAB-9FD58ED2F444}" srcId="{AEB4C4E3-F5A6-493D-AA14-EA4DC4CFC3CC}" destId="{BC7EFEF1-2A2B-4AFE-9B89-BD266864E592}" srcOrd="0" destOrd="0" parTransId="{E710D88E-1476-4849-863D-B5F4F9DE5EB3}" sibTransId="{235DC329-8069-4100-8814-AD24855D1F98}"/>
    <dgm:cxn modelId="{EA7C4B23-A3BC-446D-B869-E2CA7C280780}" srcId="{6774D6CC-D08F-41B6-8C1F-C020AB656E97}" destId="{DE6CD148-2E3A-4413-AD4F-D8257F8841F7}" srcOrd="1" destOrd="0" parTransId="{ACA59575-89F9-4C21-BD54-4A4F3F2895F0}" sibTransId="{6DD79B66-3596-463E-9D79-483CB6D8401E}"/>
    <dgm:cxn modelId="{C9730F30-0CC6-44AB-9210-B28177E5E784}" srcId="{FF691525-3BA8-4440-8D42-2A04FF5CBDC8}" destId="{342F6C1D-DA72-44FB-8C24-0AB254B4B953}" srcOrd="0" destOrd="0" parTransId="{F3E89010-4DE4-4821-B8FA-928FC7E12050}" sibTransId="{5C65D5A6-7F0C-49F6-A1DC-7C4E7E6E8EA1}"/>
    <dgm:cxn modelId="{EC9A1133-2F96-40CE-8E71-F92939B9EEAE}" type="presOf" srcId="{6774D6CC-D08F-41B6-8C1F-C020AB656E97}" destId="{A120AF14-FB27-49E6-BD56-F96DF1C2F478}" srcOrd="0" destOrd="0" presId="urn:microsoft.com/office/officeart/2005/8/layout/vList5"/>
    <dgm:cxn modelId="{8B55C142-6AD7-4C02-BB01-7901DCA56CA3}" type="presOf" srcId="{AEB4C4E3-F5A6-493D-AA14-EA4DC4CFC3CC}" destId="{8531C7E9-197D-4211-9839-213C003C25E9}" srcOrd="0" destOrd="0" presId="urn:microsoft.com/office/officeart/2005/8/layout/vList5"/>
    <dgm:cxn modelId="{82992764-0615-49C5-9C0F-54FCD46C6710}" type="presOf" srcId="{50988750-42E8-43A4-83CA-D52BE1EF1588}" destId="{CD3D2777-B0B3-48A8-A1A1-F46E09E658A8}" srcOrd="0" destOrd="0" presId="urn:microsoft.com/office/officeart/2005/8/layout/vList5"/>
    <dgm:cxn modelId="{68A35165-0B1F-4C42-BCE6-25400F43F1E3}" type="presOf" srcId="{342F6C1D-DA72-44FB-8C24-0AB254B4B953}" destId="{0CBE881E-0DA8-49FE-9580-33DDDFDDD596}" srcOrd="0" destOrd="0" presId="urn:microsoft.com/office/officeart/2005/8/layout/vList5"/>
    <dgm:cxn modelId="{5FE50347-7661-4684-BF8B-B54F8558F059}" srcId="{6774D6CC-D08F-41B6-8C1F-C020AB656E97}" destId="{6698A7A3-3D51-41A2-9FFB-336CF5F184C7}" srcOrd="2" destOrd="0" parTransId="{3E0BC0A8-E014-4465-AF26-73E5456A92B7}" sibTransId="{17F197BF-B87E-4B31-B30F-B9F5D979179E}"/>
    <dgm:cxn modelId="{0789C967-AFAD-407F-BE59-586AB99CDDA3}" type="presOf" srcId="{F165C66E-3B32-4FCC-BC63-C0E48E13773A}" destId="{87379221-2FD2-42BB-B976-D3FDFD2DE368}" srcOrd="0" destOrd="0" presId="urn:microsoft.com/office/officeart/2005/8/layout/vList5"/>
    <dgm:cxn modelId="{2E7C8C49-A5B6-4420-B0C5-461235E1951D}" srcId="{01610EED-88B6-448D-BD26-8C8B7D10E964}" destId="{F38FDD3D-7F03-4077-ADF8-580BBEB61C52}" srcOrd="0" destOrd="0" parTransId="{AC2E7939-4D1F-46FC-9EEE-91E6400DD3F0}" sibTransId="{D06A0D9D-0198-4BD7-9880-C5672D7218D3}"/>
    <dgm:cxn modelId="{30D8F76E-B505-4DAE-A7C4-BA1C3D95C7A8}" type="presOf" srcId="{13BA7E33-7BA2-4436-BA85-90EB9EAC15C5}" destId="{05ACDEAE-5449-40F8-9816-9F0D5866E996}" srcOrd="0" destOrd="0" presId="urn:microsoft.com/office/officeart/2005/8/layout/vList5"/>
    <dgm:cxn modelId="{A04DB574-98B0-475A-9F9B-25453F1BBAF0}" type="presOf" srcId="{DE6CD148-2E3A-4413-AD4F-D8257F8841F7}" destId="{919F2EAC-EDA1-4008-9504-E9D3F26EA9D2}" srcOrd="0" destOrd="0" presId="urn:microsoft.com/office/officeart/2005/8/layout/vList5"/>
    <dgm:cxn modelId="{27F5DB7A-AFBC-454F-BDB3-C94355CC1DE6}" srcId="{6774D6CC-D08F-41B6-8C1F-C020AB656E97}" destId="{01610EED-88B6-448D-BD26-8C8B7D10E964}" srcOrd="4" destOrd="0" parTransId="{F7558672-D1AB-425B-B1FA-456358430C0B}" sibTransId="{D50611C8-8559-4AFB-A653-AF522565E8B7}"/>
    <dgm:cxn modelId="{1F04C183-8D3D-404C-82B9-FBA582DC3438}" type="presOf" srcId="{4411F618-3A4E-4724-BF34-75C5F00742FB}" destId="{9F511821-30C7-44EE-BE15-ED30B4A1A90E}" srcOrd="0" destOrd="0" presId="urn:microsoft.com/office/officeart/2005/8/layout/vList5"/>
    <dgm:cxn modelId="{B9240C84-31EF-45A6-A58F-C10DCAC7C183}" type="presOf" srcId="{BC7EFEF1-2A2B-4AFE-9B89-BD266864E592}" destId="{84E058B7-D423-41F9-99E3-C76472626B91}" srcOrd="0" destOrd="0" presId="urn:microsoft.com/office/officeart/2005/8/layout/vList5"/>
    <dgm:cxn modelId="{6E8F0E85-934C-4CE4-8F3C-F6F15CB8D75F}" srcId="{D2048CD0-C784-4B90-A0BD-73DF3C1F7D69}" destId="{4411F618-3A4E-4724-BF34-75C5F00742FB}" srcOrd="0" destOrd="0" parTransId="{4330342F-4E9F-471E-921B-3D8B4C26B3AF}" sibTransId="{D22B024F-7BB6-4F4B-9FA7-3CC19EA3F972}"/>
    <dgm:cxn modelId="{3EBBB486-33BE-49DB-8587-1CD73CBD53D0}" srcId="{DE6CD148-2E3A-4413-AD4F-D8257F8841F7}" destId="{50988750-42E8-43A4-83CA-D52BE1EF1588}" srcOrd="0" destOrd="0" parTransId="{FB942055-D93B-4E21-8CB6-E5A6D996D86B}" sibTransId="{37C8646B-4D56-4088-9A08-5443B9702681}"/>
    <dgm:cxn modelId="{9740D38C-CFD4-4EA3-95C2-B16FF112A978}" srcId="{F165C66E-3B32-4FCC-BC63-C0E48E13773A}" destId="{EFA20FB6-F653-4B68-9A6A-138133A6BDD8}" srcOrd="0" destOrd="0" parTransId="{56B5F53E-F803-43BD-9FCE-D6EB44F9C3D9}" sibTransId="{5C31A6B7-A0B3-44CE-B87A-53C8ED10F4B8}"/>
    <dgm:cxn modelId="{EDE793A6-A177-416A-873C-6585AAC36BD1}" type="presOf" srcId="{FF691525-3BA8-4440-8D42-2A04FF5CBDC8}" destId="{7894D1E9-801C-467A-B853-11CE2E29E21E}" srcOrd="0" destOrd="0" presId="urn:microsoft.com/office/officeart/2005/8/layout/vList5"/>
    <dgm:cxn modelId="{5C50B7A8-880E-4B92-B7CE-1719BECC3322}" srcId="{3E913E07-91EF-4934-B184-8101BA92CA17}" destId="{1A30D4AA-4449-4769-82F9-3920099314C3}" srcOrd="0" destOrd="0" parTransId="{BFFB07A6-F762-4571-8009-1CB19429A3A3}" sibTransId="{D01E6C0C-8BF0-4743-BDFE-067C159551BE}"/>
    <dgm:cxn modelId="{FDE2B5AC-065F-4B0B-B0A1-5228989C66F8}" type="presOf" srcId="{01610EED-88B6-448D-BD26-8C8B7D10E964}" destId="{8A43D587-55EA-4489-BABB-D21F00D0B445}" srcOrd="0" destOrd="0" presId="urn:microsoft.com/office/officeart/2005/8/layout/vList5"/>
    <dgm:cxn modelId="{48956EB4-1CCC-49A2-86C4-EEC67E0E15F4}" srcId="{6774D6CC-D08F-41B6-8C1F-C020AB656E97}" destId="{F165C66E-3B32-4FCC-BC63-C0E48E13773A}" srcOrd="3" destOrd="0" parTransId="{418B1B35-FCC1-4532-B2B2-27FACEC6C8E2}" sibTransId="{77873B4F-7345-4BD7-8002-73AF98AF0A93}"/>
    <dgm:cxn modelId="{9B74DCC1-7526-482E-8735-48EC3F55CB31}" srcId="{6774D6CC-D08F-41B6-8C1F-C020AB656E97}" destId="{3E913E07-91EF-4934-B184-8101BA92CA17}" srcOrd="5" destOrd="0" parTransId="{4B0233F5-E7BB-4173-B906-C55B1859C836}" sibTransId="{5E3285F3-9C26-4DE4-8073-EDB8E696D9FC}"/>
    <dgm:cxn modelId="{470869C3-92FD-4C9B-AF1E-A988075AF64D}" srcId="{6698A7A3-3D51-41A2-9FFB-336CF5F184C7}" destId="{13BA7E33-7BA2-4436-BA85-90EB9EAC15C5}" srcOrd="0" destOrd="0" parTransId="{EF7A75FE-CBCD-4D5B-AC7C-44C54B1A2EC2}" sibTransId="{637ACBDB-92FD-495E-ABCC-8D6E830BB947}"/>
    <dgm:cxn modelId="{4A98E8C7-AA8E-4C7A-A1C6-725B3C4E40FD}" srcId="{6774D6CC-D08F-41B6-8C1F-C020AB656E97}" destId="{FF691525-3BA8-4440-8D42-2A04FF5CBDC8}" srcOrd="7" destOrd="0" parTransId="{A80E115C-92E2-419A-8875-84A9406C744E}" sibTransId="{B908D5CC-8419-433E-B865-352FEAC60105}"/>
    <dgm:cxn modelId="{1BDC34CC-35C1-41A1-995E-F658BA8B7ADA}" type="presOf" srcId="{3E913E07-91EF-4934-B184-8101BA92CA17}" destId="{E7FECA51-2E31-4BB2-BA21-598AA0635CFE}" srcOrd="0" destOrd="0" presId="urn:microsoft.com/office/officeart/2005/8/layout/vList5"/>
    <dgm:cxn modelId="{5E85C3CC-1F99-48B8-9F91-0C858798CDC9}" type="presOf" srcId="{F38FDD3D-7F03-4077-ADF8-580BBEB61C52}" destId="{A718F9D1-B626-4505-BC3C-72F1A58196B3}" srcOrd="0" destOrd="0" presId="urn:microsoft.com/office/officeart/2005/8/layout/vList5"/>
    <dgm:cxn modelId="{6B31D5D3-C1CD-4A9F-8692-228AE596E15C}" type="presOf" srcId="{D2048CD0-C784-4B90-A0BD-73DF3C1F7D69}" destId="{7D7181C3-79D2-42C9-BE6D-B368A3308A35}" srcOrd="0" destOrd="0" presId="urn:microsoft.com/office/officeart/2005/8/layout/vList5"/>
    <dgm:cxn modelId="{5238B5DF-AB1A-4AE9-8F78-DB7E7FA87D4D}" type="presOf" srcId="{EFA20FB6-F653-4B68-9A6A-138133A6BDD8}" destId="{96B234E1-B1F6-4AD4-9F1E-2A2986D08063}" srcOrd="0" destOrd="0" presId="urn:microsoft.com/office/officeart/2005/8/layout/vList5"/>
    <dgm:cxn modelId="{E2F8A0E2-98C3-403F-8FC9-C3AC285FF60F}" srcId="{6774D6CC-D08F-41B6-8C1F-C020AB656E97}" destId="{D2048CD0-C784-4B90-A0BD-73DF3C1F7D69}" srcOrd="0" destOrd="0" parTransId="{80021E3A-3F89-43B7-80FC-4566027270CD}" sibTransId="{E371AD46-7DDB-43BC-A7C5-3ACB5419E478}"/>
    <dgm:cxn modelId="{DD4D81E3-7B85-4C16-A9E7-1262E009D2A2}" type="presOf" srcId="{6698A7A3-3D51-41A2-9FFB-336CF5F184C7}" destId="{1A1533F1-B6EF-4DC4-9804-99FECDE4497E}" srcOrd="0" destOrd="0" presId="urn:microsoft.com/office/officeart/2005/8/layout/vList5"/>
    <dgm:cxn modelId="{8188B9ED-D442-4326-85FD-ED7F071DABA3}" type="presOf" srcId="{1A30D4AA-4449-4769-82F9-3920099314C3}" destId="{627BD9A2-87AC-4DAE-8453-676C5AFB0A4B}" srcOrd="0" destOrd="0" presId="urn:microsoft.com/office/officeart/2005/8/layout/vList5"/>
    <dgm:cxn modelId="{2338B2C9-1D92-4EA6-AEF0-5AD3E68CE1F5}" type="presParOf" srcId="{A120AF14-FB27-49E6-BD56-F96DF1C2F478}" destId="{02D1B3B5-9E69-4E2B-8172-E7B456D1B88C}" srcOrd="0" destOrd="0" presId="urn:microsoft.com/office/officeart/2005/8/layout/vList5"/>
    <dgm:cxn modelId="{7AACF293-46B9-4FFC-B171-D08BBB43F1A1}" type="presParOf" srcId="{02D1B3B5-9E69-4E2B-8172-E7B456D1B88C}" destId="{7D7181C3-79D2-42C9-BE6D-B368A3308A35}" srcOrd="0" destOrd="0" presId="urn:microsoft.com/office/officeart/2005/8/layout/vList5"/>
    <dgm:cxn modelId="{AA71959E-0410-47FF-A596-09A75C20ACF7}" type="presParOf" srcId="{02D1B3B5-9E69-4E2B-8172-E7B456D1B88C}" destId="{9F511821-30C7-44EE-BE15-ED30B4A1A90E}" srcOrd="1" destOrd="0" presId="urn:microsoft.com/office/officeart/2005/8/layout/vList5"/>
    <dgm:cxn modelId="{3EBCDFF6-C34F-42F5-9429-849A5AEE44F2}" type="presParOf" srcId="{A120AF14-FB27-49E6-BD56-F96DF1C2F478}" destId="{A8AA40F3-5F4C-456F-9142-FAEACC416334}" srcOrd="1" destOrd="0" presId="urn:microsoft.com/office/officeart/2005/8/layout/vList5"/>
    <dgm:cxn modelId="{3F13DFE2-3D14-4C1E-95B1-3BDD88ADBAEE}" type="presParOf" srcId="{A120AF14-FB27-49E6-BD56-F96DF1C2F478}" destId="{C0114734-F21A-4118-B6CC-7F9DF8942F5B}" srcOrd="2" destOrd="0" presId="urn:microsoft.com/office/officeart/2005/8/layout/vList5"/>
    <dgm:cxn modelId="{91A95E2A-387A-449B-AAD6-F58CB07B417D}" type="presParOf" srcId="{C0114734-F21A-4118-B6CC-7F9DF8942F5B}" destId="{919F2EAC-EDA1-4008-9504-E9D3F26EA9D2}" srcOrd="0" destOrd="0" presId="urn:microsoft.com/office/officeart/2005/8/layout/vList5"/>
    <dgm:cxn modelId="{50419E76-3175-4CF0-83D6-1C8C3378DCC7}" type="presParOf" srcId="{C0114734-F21A-4118-B6CC-7F9DF8942F5B}" destId="{CD3D2777-B0B3-48A8-A1A1-F46E09E658A8}" srcOrd="1" destOrd="0" presId="urn:microsoft.com/office/officeart/2005/8/layout/vList5"/>
    <dgm:cxn modelId="{EE606AC7-ED45-49DC-9E6B-DD13AC1BB61E}" type="presParOf" srcId="{A120AF14-FB27-49E6-BD56-F96DF1C2F478}" destId="{8F925C9D-2442-4F00-9358-F8D1DBE27166}" srcOrd="3" destOrd="0" presId="urn:microsoft.com/office/officeart/2005/8/layout/vList5"/>
    <dgm:cxn modelId="{B5AF68CB-A49C-404D-A10F-5DF87F18FB5C}" type="presParOf" srcId="{A120AF14-FB27-49E6-BD56-F96DF1C2F478}" destId="{5E3941E5-5AD2-45BD-9029-8534FB502307}" srcOrd="4" destOrd="0" presId="urn:microsoft.com/office/officeart/2005/8/layout/vList5"/>
    <dgm:cxn modelId="{732FAC05-B6F9-4BC0-A9EF-1F842E7C7FC8}" type="presParOf" srcId="{5E3941E5-5AD2-45BD-9029-8534FB502307}" destId="{1A1533F1-B6EF-4DC4-9804-99FECDE4497E}" srcOrd="0" destOrd="0" presId="urn:microsoft.com/office/officeart/2005/8/layout/vList5"/>
    <dgm:cxn modelId="{A3B57DBD-33BC-4B73-9CDA-0B5C06896178}" type="presParOf" srcId="{5E3941E5-5AD2-45BD-9029-8534FB502307}" destId="{05ACDEAE-5449-40F8-9816-9F0D5866E996}" srcOrd="1" destOrd="0" presId="urn:microsoft.com/office/officeart/2005/8/layout/vList5"/>
    <dgm:cxn modelId="{7F6C4E42-D22F-4BD7-BB14-964255D08007}" type="presParOf" srcId="{A120AF14-FB27-49E6-BD56-F96DF1C2F478}" destId="{88B9FE75-18D0-4C86-871B-BBF2B6643EFA}" srcOrd="5" destOrd="0" presId="urn:microsoft.com/office/officeart/2005/8/layout/vList5"/>
    <dgm:cxn modelId="{4C8F2B5F-12B9-4AA9-9D32-C817817CE2F7}" type="presParOf" srcId="{A120AF14-FB27-49E6-BD56-F96DF1C2F478}" destId="{610C21CD-24AD-489E-8210-42FC92901E4F}" srcOrd="6" destOrd="0" presId="urn:microsoft.com/office/officeart/2005/8/layout/vList5"/>
    <dgm:cxn modelId="{926CFE04-033D-4E69-8B15-8909A78D8872}" type="presParOf" srcId="{610C21CD-24AD-489E-8210-42FC92901E4F}" destId="{87379221-2FD2-42BB-B976-D3FDFD2DE368}" srcOrd="0" destOrd="0" presId="urn:microsoft.com/office/officeart/2005/8/layout/vList5"/>
    <dgm:cxn modelId="{1847F466-A6AE-4452-B4B2-0B54B4092C55}" type="presParOf" srcId="{610C21CD-24AD-489E-8210-42FC92901E4F}" destId="{96B234E1-B1F6-4AD4-9F1E-2A2986D08063}" srcOrd="1" destOrd="0" presId="urn:microsoft.com/office/officeart/2005/8/layout/vList5"/>
    <dgm:cxn modelId="{CA4F4153-973F-4349-B634-BDFEFA178BEA}" type="presParOf" srcId="{A120AF14-FB27-49E6-BD56-F96DF1C2F478}" destId="{028E148D-65D8-4879-8AEF-C9E04A8B1986}" srcOrd="7" destOrd="0" presId="urn:microsoft.com/office/officeart/2005/8/layout/vList5"/>
    <dgm:cxn modelId="{B474EC1A-1EAC-4F9E-A927-17EAAD2B460A}" type="presParOf" srcId="{A120AF14-FB27-49E6-BD56-F96DF1C2F478}" destId="{6CEAC5A1-D4D5-4E3E-AFF4-FE5AF1173671}" srcOrd="8" destOrd="0" presId="urn:microsoft.com/office/officeart/2005/8/layout/vList5"/>
    <dgm:cxn modelId="{B1394207-C373-4213-83DD-3CAE8B9C2264}" type="presParOf" srcId="{6CEAC5A1-D4D5-4E3E-AFF4-FE5AF1173671}" destId="{8A43D587-55EA-4489-BABB-D21F00D0B445}" srcOrd="0" destOrd="0" presId="urn:microsoft.com/office/officeart/2005/8/layout/vList5"/>
    <dgm:cxn modelId="{8F923EC4-BB4E-49E1-AB2F-6977F92CE3D1}" type="presParOf" srcId="{6CEAC5A1-D4D5-4E3E-AFF4-FE5AF1173671}" destId="{A718F9D1-B626-4505-BC3C-72F1A58196B3}" srcOrd="1" destOrd="0" presId="urn:microsoft.com/office/officeart/2005/8/layout/vList5"/>
    <dgm:cxn modelId="{1C82B335-4E6E-467D-8BBF-50328FCE1D5D}" type="presParOf" srcId="{A120AF14-FB27-49E6-BD56-F96DF1C2F478}" destId="{469D0D40-38FA-4D29-B4CA-3645C904C8AD}" srcOrd="9" destOrd="0" presId="urn:microsoft.com/office/officeart/2005/8/layout/vList5"/>
    <dgm:cxn modelId="{88385549-9797-4DE4-BBB6-FE88F2D963DF}" type="presParOf" srcId="{A120AF14-FB27-49E6-BD56-F96DF1C2F478}" destId="{7EBF948B-79BF-4160-B1A0-C2F387C82103}" srcOrd="10" destOrd="0" presId="urn:microsoft.com/office/officeart/2005/8/layout/vList5"/>
    <dgm:cxn modelId="{D014397B-AA67-4C87-82AE-A5F39A173A8F}" type="presParOf" srcId="{7EBF948B-79BF-4160-B1A0-C2F387C82103}" destId="{E7FECA51-2E31-4BB2-BA21-598AA0635CFE}" srcOrd="0" destOrd="0" presId="urn:microsoft.com/office/officeart/2005/8/layout/vList5"/>
    <dgm:cxn modelId="{F4591C7F-0D10-4160-AB24-05EC6D207395}" type="presParOf" srcId="{7EBF948B-79BF-4160-B1A0-C2F387C82103}" destId="{627BD9A2-87AC-4DAE-8453-676C5AFB0A4B}" srcOrd="1" destOrd="0" presId="urn:microsoft.com/office/officeart/2005/8/layout/vList5"/>
    <dgm:cxn modelId="{41B62A7A-F44F-4F4F-A5EF-8E06255CA4A3}" type="presParOf" srcId="{A120AF14-FB27-49E6-BD56-F96DF1C2F478}" destId="{0997640B-897A-4591-95BA-B9F0D67D0090}" srcOrd="11" destOrd="0" presId="urn:microsoft.com/office/officeart/2005/8/layout/vList5"/>
    <dgm:cxn modelId="{74CD09B1-85E6-4C2B-8661-5030B2FDB277}" type="presParOf" srcId="{A120AF14-FB27-49E6-BD56-F96DF1C2F478}" destId="{7C3FA2BB-A945-4C58-87F5-DFED482515CF}" srcOrd="12" destOrd="0" presId="urn:microsoft.com/office/officeart/2005/8/layout/vList5"/>
    <dgm:cxn modelId="{3ABFE9C0-DD17-4BDB-BC83-0BAF58B2220C}" type="presParOf" srcId="{7C3FA2BB-A945-4C58-87F5-DFED482515CF}" destId="{8531C7E9-197D-4211-9839-213C003C25E9}" srcOrd="0" destOrd="0" presId="urn:microsoft.com/office/officeart/2005/8/layout/vList5"/>
    <dgm:cxn modelId="{E9877148-844C-4D23-A02E-F92594D148B0}" type="presParOf" srcId="{7C3FA2BB-A945-4C58-87F5-DFED482515CF}" destId="{84E058B7-D423-41F9-99E3-C76472626B91}" srcOrd="1" destOrd="0" presId="urn:microsoft.com/office/officeart/2005/8/layout/vList5"/>
    <dgm:cxn modelId="{F6921632-0A2A-4094-8BFA-FD8878175360}" type="presParOf" srcId="{A120AF14-FB27-49E6-BD56-F96DF1C2F478}" destId="{F000714E-4E8A-4B19-A19B-4F31AF28A952}" srcOrd="13" destOrd="0" presId="urn:microsoft.com/office/officeart/2005/8/layout/vList5"/>
    <dgm:cxn modelId="{596A4780-C7BF-4AAA-B61D-0D8E0DBC7A79}" type="presParOf" srcId="{A120AF14-FB27-49E6-BD56-F96DF1C2F478}" destId="{0BEB466F-2654-443C-A51D-440E4A28EA01}" srcOrd="14" destOrd="0" presId="urn:microsoft.com/office/officeart/2005/8/layout/vList5"/>
    <dgm:cxn modelId="{B4E2D0F3-C7E2-4602-A2E1-02C8EFA50575}" type="presParOf" srcId="{0BEB466F-2654-443C-A51D-440E4A28EA01}" destId="{7894D1E9-801C-467A-B853-11CE2E29E21E}" srcOrd="0" destOrd="0" presId="urn:microsoft.com/office/officeart/2005/8/layout/vList5"/>
    <dgm:cxn modelId="{4C67CEFE-0C1D-4F70-9C13-5CE0AAC94842}" type="presParOf" srcId="{0BEB466F-2654-443C-A51D-440E4A28EA01}" destId="{0CBE881E-0DA8-49FE-9580-33DDDFDDD59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33F2C0-BFE3-42D8-8D4A-53D412F3E2F8}">
      <dsp:nvSpPr>
        <dsp:cNvPr id="0" name=""/>
        <dsp:cNvSpPr/>
      </dsp:nvSpPr>
      <dsp:spPr>
        <a:xfrm>
          <a:off x="1859488" y="835704"/>
          <a:ext cx="3970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7097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47344" y="879286"/>
        <a:ext cx="21384" cy="4276"/>
      </dsp:txXfrm>
    </dsp:sp>
    <dsp:sp modelId="{6DCCEDD1-B4EC-4164-95EF-A2DB7A23561C}">
      <dsp:nvSpPr>
        <dsp:cNvPr id="0" name=""/>
        <dsp:cNvSpPr/>
      </dsp:nvSpPr>
      <dsp:spPr>
        <a:xfrm>
          <a:off x="1736" y="323559"/>
          <a:ext cx="1859552" cy="11157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Have a GitHub Account</a:t>
          </a:r>
        </a:p>
      </dsp:txBody>
      <dsp:txXfrm>
        <a:off x="1736" y="323559"/>
        <a:ext cx="1859552" cy="1115731"/>
      </dsp:txXfrm>
    </dsp:sp>
    <dsp:sp modelId="{AD5053B2-5CAA-4957-8C22-FC1171BB8ED0}">
      <dsp:nvSpPr>
        <dsp:cNvPr id="0" name=""/>
        <dsp:cNvSpPr/>
      </dsp:nvSpPr>
      <dsp:spPr>
        <a:xfrm>
          <a:off x="4146737" y="835704"/>
          <a:ext cx="3970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7097" y="45720"/>
              </a:lnTo>
            </a:path>
          </a:pathLst>
        </a:custGeom>
        <a:noFill/>
        <a:ln w="9525" cap="flat" cmpd="sng" algn="ctr">
          <a:solidFill>
            <a:schemeClr val="accent2">
              <a:hueOff val="327505"/>
              <a:satOff val="1503"/>
              <a:lumOff val="215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34594" y="879286"/>
        <a:ext cx="21384" cy="4276"/>
      </dsp:txXfrm>
    </dsp:sp>
    <dsp:sp modelId="{422781BD-C807-471F-AFB0-2C038C916B10}">
      <dsp:nvSpPr>
        <dsp:cNvPr id="0" name=""/>
        <dsp:cNvSpPr/>
      </dsp:nvSpPr>
      <dsp:spPr>
        <a:xfrm>
          <a:off x="2288985" y="323559"/>
          <a:ext cx="1859552" cy="1115731"/>
        </a:xfrm>
        <a:prstGeom prst="rect">
          <a:avLst/>
        </a:prstGeom>
        <a:solidFill>
          <a:schemeClr val="accent2">
            <a:hueOff val="294754"/>
            <a:satOff val="1353"/>
            <a:lumOff val="194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Get GitHub CLI &amp; </a:t>
          </a:r>
          <a:r>
            <a:rPr lang="en-US" sz="2000" kern="1200" dirty="0" err="1"/>
            <a:t>VSCode</a:t>
          </a:r>
          <a:endParaRPr lang="en-US" sz="2000" kern="1200" dirty="0"/>
        </a:p>
      </dsp:txBody>
      <dsp:txXfrm>
        <a:off x="2288985" y="323559"/>
        <a:ext cx="1859552" cy="1115731"/>
      </dsp:txXfrm>
    </dsp:sp>
    <dsp:sp modelId="{7E237CFF-CBBD-4B96-8835-80707F1FBF94}">
      <dsp:nvSpPr>
        <dsp:cNvPr id="0" name=""/>
        <dsp:cNvSpPr/>
      </dsp:nvSpPr>
      <dsp:spPr>
        <a:xfrm>
          <a:off x="6433987" y="835704"/>
          <a:ext cx="3943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4272" y="45720"/>
              </a:lnTo>
              <a:lnTo>
                <a:pt x="214272" y="50227"/>
              </a:lnTo>
              <a:lnTo>
                <a:pt x="394344" y="50227"/>
              </a:lnTo>
            </a:path>
          </a:pathLst>
        </a:custGeom>
        <a:noFill/>
        <a:ln w="9525" cap="flat" cmpd="sng" algn="ctr">
          <a:solidFill>
            <a:schemeClr val="accent2">
              <a:hueOff val="655009"/>
              <a:satOff val="3006"/>
              <a:lumOff val="431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20535" y="879286"/>
        <a:ext cx="21248" cy="4276"/>
      </dsp:txXfrm>
    </dsp:sp>
    <dsp:sp modelId="{42999171-A6AC-4312-9E85-EC6EB4AD5E01}">
      <dsp:nvSpPr>
        <dsp:cNvPr id="0" name=""/>
        <dsp:cNvSpPr/>
      </dsp:nvSpPr>
      <dsp:spPr>
        <a:xfrm>
          <a:off x="4576235" y="323559"/>
          <a:ext cx="1859552" cy="1115731"/>
        </a:xfrm>
        <a:prstGeom prst="rect">
          <a:avLst/>
        </a:prstGeom>
        <a:solidFill>
          <a:schemeClr val="accent2">
            <a:hueOff val="589508"/>
            <a:satOff val="2705"/>
            <a:lumOff val="3882"/>
            <a:alphaOff val="0"/>
          </a:schemeClr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Make a Repo</a:t>
          </a:r>
        </a:p>
      </dsp:txBody>
      <dsp:txXfrm>
        <a:off x="4576235" y="323559"/>
        <a:ext cx="1859552" cy="1115731"/>
      </dsp:txXfrm>
    </dsp:sp>
    <dsp:sp modelId="{F56830DB-ECF8-47BA-B969-7B32D7398B72}">
      <dsp:nvSpPr>
        <dsp:cNvPr id="0" name=""/>
        <dsp:cNvSpPr/>
      </dsp:nvSpPr>
      <dsp:spPr>
        <a:xfrm>
          <a:off x="2253802" y="1441998"/>
          <a:ext cx="5536705" cy="334895"/>
        </a:xfrm>
        <a:custGeom>
          <a:avLst/>
          <a:gdLst/>
          <a:ahLst/>
          <a:cxnLst/>
          <a:rect l="0" t="0" r="0" b="0"/>
          <a:pathLst>
            <a:path>
              <a:moveTo>
                <a:pt x="5536705" y="0"/>
              </a:moveTo>
              <a:lnTo>
                <a:pt x="5536705" y="184547"/>
              </a:lnTo>
              <a:lnTo>
                <a:pt x="0" y="184547"/>
              </a:lnTo>
              <a:lnTo>
                <a:pt x="0" y="334895"/>
              </a:lnTo>
            </a:path>
          </a:pathLst>
        </a:custGeom>
        <a:noFill/>
        <a:ln w="9525" cap="flat" cmpd="sng" algn="ctr">
          <a:solidFill>
            <a:schemeClr val="accent2">
              <a:hueOff val="982514"/>
              <a:satOff val="4509"/>
              <a:lumOff val="647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83436" y="1607307"/>
        <a:ext cx="277437" cy="4276"/>
      </dsp:txXfrm>
    </dsp:sp>
    <dsp:sp modelId="{278A16D5-C64B-46FE-8944-D0ED4663A1C2}">
      <dsp:nvSpPr>
        <dsp:cNvPr id="0" name=""/>
        <dsp:cNvSpPr/>
      </dsp:nvSpPr>
      <dsp:spPr>
        <a:xfrm>
          <a:off x="6860732" y="328066"/>
          <a:ext cx="1859552" cy="1115731"/>
        </a:xfrm>
        <a:prstGeom prst="rect">
          <a:avLst/>
        </a:prstGeom>
        <a:solidFill>
          <a:schemeClr val="accent2">
            <a:hueOff val="884263"/>
            <a:satOff val="4058"/>
            <a:lumOff val="5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Clone a Repo</a:t>
          </a:r>
        </a:p>
      </dsp:txBody>
      <dsp:txXfrm>
        <a:off x="6860732" y="328066"/>
        <a:ext cx="1859552" cy="1115731"/>
      </dsp:txXfrm>
    </dsp:sp>
    <dsp:sp modelId="{AD704FB1-C3B1-428A-B0A0-2798023ECC81}">
      <dsp:nvSpPr>
        <dsp:cNvPr id="0" name=""/>
        <dsp:cNvSpPr/>
      </dsp:nvSpPr>
      <dsp:spPr>
        <a:xfrm>
          <a:off x="3181779" y="2321439"/>
          <a:ext cx="70011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00111" y="45720"/>
              </a:lnTo>
            </a:path>
          </a:pathLst>
        </a:custGeom>
        <a:noFill/>
        <a:ln w="9525" cap="flat" cmpd="sng" algn="ctr">
          <a:solidFill>
            <a:schemeClr val="accent2">
              <a:hueOff val="1310019"/>
              <a:satOff val="6012"/>
              <a:lumOff val="862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13566" y="2365020"/>
        <a:ext cx="36535" cy="4276"/>
      </dsp:txXfrm>
    </dsp:sp>
    <dsp:sp modelId="{DCBF471B-3B95-4150-BC0F-F789AE65B3F6}">
      <dsp:nvSpPr>
        <dsp:cNvPr id="0" name=""/>
        <dsp:cNvSpPr/>
      </dsp:nvSpPr>
      <dsp:spPr>
        <a:xfrm>
          <a:off x="1324026" y="1809293"/>
          <a:ext cx="1859552" cy="1115731"/>
        </a:xfrm>
        <a:prstGeom prst="rect">
          <a:avLst/>
        </a:prstGeom>
        <a:solidFill>
          <a:schemeClr val="accent2">
            <a:hueOff val="1179017"/>
            <a:satOff val="5410"/>
            <a:lumOff val="7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Create files and add Markdown</a:t>
          </a:r>
        </a:p>
      </dsp:txBody>
      <dsp:txXfrm>
        <a:off x="1324026" y="1809293"/>
        <a:ext cx="1859552" cy="1115731"/>
      </dsp:txXfrm>
    </dsp:sp>
    <dsp:sp modelId="{27428051-873B-40C7-80C9-9EFBFA505495}">
      <dsp:nvSpPr>
        <dsp:cNvPr id="0" name=""/>
        <dsp:cNvSpPr/>
      </dsp:nvSpPr>
      <dsp:spPr>
        <a:xfrm>
          <a:off x="5772042" y="2321439"/>
          <a:ext cx="30923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9233" y="45720"/>
              </a:lnTo>
            </a:path>
          </a:pathLst>
        </a:custGeom>
        <a:noFill/>
        <a:ln w="9525" cap="flat" cmpd="sng" algn="ctr">
          <a:solidFill>
            <a:schemeClr val="accent2">
              <a:hueOff val="1637523"/>
              <a:satOff val="7514"/>
              <a:lumOff val="1078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18163" y="2365020"/>
        <a:ext cx="16991" cy="4276"/>
      </dsp:txXfrm>
    </dsp:sp>
    <dsp:sp modelId="{4B89AD54-3681-40FA-8B24-1DB7B9B44857}">
      <dsp:nvSpPr>
        <dsp:cNvPr id="0" name=""/>
        <dsp:cNvSpPr/>
      </dsp:nvSpPr>
      <dsp:spPr>
        <a:xfrm>
          <a:off x="3914290" y="1809293"/>
          <a:ext cx="1859552" cy="1115731"/>
        </a:xfrm>
        <a:prstGeom prst="rect">
          <a:avLst/>
        </a:prstGeom>
        <a:solidFill>
          <a:schemeClr val="accent2">
            <a:hueOff val="1473771"/>
            <a:satOff val="6763"/>
            <a:lumOff val="970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Commit to your Repo</a:t>
          </a:r>
        </a:p>
      </dsp:txBody>
      <dsp:txXfrm>
        <a:off x="3914290" y="1809293"/>
        <a:ext cx="1859552" cy="1115731"/>
      </dsp:txXfrm>
    </dsp:sp>
    <dsp:sp modelId="{0D75A2DF-7530-4B58-BDE0-190FC08DF7BB}">
      <dsp:nvSpPr>
        <dsp:cNvPr id="0" name=""/>
        <dsp:cNvSpPr/>
      </dsp:nvSpPr>
      <dsp:spPr>
        <a:xfrm>
          <a:off x="984565" y="2923224"/>
          <a:ext cx="6058886" cy="435362"/>
        </a:xfrm>
        <a:custGeom>
          <a:avLst/>
          <a:gdLst/>
          <a:ahLst/>
          <a:cxnLst/>
          <a:rect l="0" t="0" r="0" b="0"/>
          <a:pathLst>
            <a:path>
              <a:moveTo>
                <a:pt x="6058886" y="0"/>
              </a:moveTo>
              <a:lnTo>
                <a:pt x="6058886" y="234781"/>
              </a:lnTo>
              <a:lnTo>
                <a:pt x="0" y="234781"/>
              </a:lnTo>
              <a:lnTo>
                <a:pt x="0" y="435362"/>
              </a:lnTo>
            </a:path>
          </a:pathLst>
        </a:custGeom>
        <a:noFill/>
        <a:ln w="9525" cap="flat" cmpd="sng" algn="ctr">
          <a:solidFill>
            <a:schemeClr val="accent2">
              <a:hueOff val="1965028"/>
              <a:satOff val="9017"/>
              <a:lumOff val="1294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62089" y="3138767"/>
        <a:ext cx="303838" cy="4276"/>
      </dsp:txXfrm>
    </dsp:sp>
    <dsp:sp modelId="{44D8066C-E92A-4FF6-834F-B59485D0BFB5}">
      <dsp:nvSpPr>
        <dsp:cNvPr id="0" name=""/>
        <dsp:cNvSpPr/>
      </dsp:nvSpPr>
      <dsp:spPr>
        <a:xfrm>
          <a:off x="6113675" y="1809293"/>
          <a:ext cx="1859552" cy="1115731"/>
        </a:xfrm>
        <a:prstGeom prst="rect">
          <a:avLst/>
        </a:prstGeom>
        <a:solidFill>
          <a:schemeClr val="accent2">
            <a:hueOff val="1768525"/>
            <a:satOff val="8116"/>
            <a:lumOff val="1164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Create a branch</a:t>
          </a:r>
        </a:p>
      </dsp:txBody>
      <dsp:txXfrm>
        <a:off x="6113675" y="1809293"/>
        <a:ext cx="1859552" cy="1115731"/>
      </dsp:txXfrm>
    </dsp:sp>
    <dsp:sp modelId="{2F68AF45-AAA4-4769-8874-31E0C90197F0}">
      <dsp:nvSpPr>
        <dsp:cNvPr id="0" name=""/>
        <dsp:cNvSpPr/>
      </dsp:nvSpPr>
      <dsp:spPr>
        <a:xfrm>
          <a:off x="1912541" y="3900124"/>
          <a:ext cx="3965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8728"/>
              </a:moveTo>
              <a:lnTo>
                <a:pt x="215378" y="48728"/>
              </a:lnTo>
              <a:lnTo>
                <a:pt x="215378" y="45720"/>
              </a:lnTo>
              <a:lnTo>
                <a:pt x="396557" y="45720"/>
              </a:lnTo>
            </a:path>
          </a:pathLst>
        </a:custGeom>
        <a:noFill/>
        <a:ln w="9525" cap="flat" cmpd="sng" algn="ctr">
          <a:solidFill>
            <a:schemeClr val="accent2">
              <a:hueOff val="2292533"/>
              <a:satOff val="10520"/>
              <a:lumOff val="1509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00141" y="3943706"/>
        <a:ext cx="21358" cy="4276"/>
      </dsp:txXfrm>
    </dsp:sp>
    <dsp:sp modelId="{889940F6-A80B-41B7-84FA-1916E66230C5}">
      <dsp:nvSpPr>
        <dsp:cNvPr id="0" name=""/>
        <dsp:cNvSpPr/>
      </dsp:nvSpPr>
      <dsp:spPr>
        <a:xfrm>
          <a:off x="54789" y="3390987"/>
          <a:ext cx="1859552" cy="1115731"/>
        </a:xfrm>
        <a:prstGeom prst="rect">
          <a:avLst/>
        </a:prstGeom>
        <a:solidFill>
          <a:schemeClr val="accent2">
            <a:hueOff val="2063279"/>
            <a:satOff val="9468"/>
            <a:lumOff val="13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Do a Pull Request</a:t>
          </a:r>
        </a:p>
      </dsp:txBody>
      <dsp:txXfrm>
        <a:off x="54789" y="3390987"/>
        <a:ext cx="1859552" cy="1115731"/>
      </dsp:txXfrm>
    </dsp:sp>
    <dsp:sp modelId="{A15881F9-309D-40B6-B1A5-BEE80494D1B9}">
      <dsp:nvSpPr>
        <dsp:cNvPr id="0" name=""/>
        <dsp:cNvSpPr/>
      </dsp:nvSpPr>
      <dsp:spPr>
        <a:xfrm>
          <a:off x="4199251" y="3900124"/>
          <a:ext cx="4329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3593" y="45720"/>
              </a:lnTo>
              <a:lnTo>
                <a:pt x="233593" y="50238"/>
              </a:lnTo>
              <a:lnTo>
                <a:pt x="432986" y="50238"/>
              </a:lnTo>
            </a:path>
          </a:pathLst>
        </a:custGeom>
        <a:noFill/>
        <a:ln w="9525" cap="flat" cmpd="sng" algn="ctr">
          <a:solidFill>
            <a:schemeClr val="accent2">
              <a:hueOff val="2620037"/>
              <a:satOff val="12023"/>
              <a:lumOff val="1725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04154" y="3943706"/>
        <a:ext cx="23180" cy="4276"/>
      </dsp:txXfrm>
    </dsp:sp>
    <dsp:sp modelId="{400B3128-A436-423A-9DAB-0B9CD8DDC5AC}">
      <dsp:nvSpPr>
        <dsp:cNvPr id="0" name=""/>
        <dsp:cNvSpPr/>
      </dsp:nvSpPr>
      <dsp:spPr>
        <a:xfrm>
          <a:off x="2341499" y="3387978"/>
          <a:ext cx="1859552" cy="1115731"/>
        </a:xfrm>
        <a:prstGeom prst="rect">
          <a:avLst/>
        </a:prstGeom>
        <a:solidFill>
          <a:schemeClr val="accent2">
            <a:hueOff val="2358034"/>
            <a:satOff val="10821"/>
            <a:lumOff val="155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Merge Changes</a:t>
          </a:r>
        </a:p>
      </dsp:txBody>
      <dsp:txXfrm>
        <a:off x="2341499" y="3387978"/>
        <a:ext cx="1859552" cy="1115731"/>
      </dsp:txXfrm>
    </dsp:sp>
    <dsp:sp modelId="{759B9BAE-CB52-4ACA-A3E8-D50E96079D41}">
      <dsp:nvSpPr>
        <dsp:cNvPr id="0" name=""/>
        <dsp:cNvSpPr/>
      </dsp:nvSpPr>
      <dsp:spPr>
        <a:xfrm>
          <a:off x="6522390" y="3873257"/>
          <a:ext cx="2581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77105"/>
              </a:moveTo>
              <a:lnTo>
                <a:pt x="146166" y="77105"/>
              </a:lnTo>
              <a:lnTo>
                <a:pt x="146166" y="45720"/>
              </a:lnTo>
              <a:lnTo>
                <a:pt x="258132" y="45720"/>
              </a:lnTo>
            </a:path>
          </a:pathLst>
        </a:custGeom>
        <a:noFill/>
        <a:ln w="9525" cap="flat" cmpd="sng" algn="ctr">
          <a:solidFill>
            <a:schemeClr val="accent2">
              <a:hueOff val="2947542"/>
              <a:satOff val="13526"/>
              <a:lumOff val="1941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44196" y="3916839"/>
        <a:ext cx="14521" cy="4276"/>
      </dsp:txXfrm>
    </dsp:sp>
    <dsp:sp modelId="{67558C5F-51D6-4EF1-BD82-7ABB7EF98A6C}">
      <dsp:nvSpPr>
        <dsp:cNvPr id="0" name=""/>
        <dsp:cNvSpPr/>
      </dsp:nvSpPr>
      <dsp:spPr>
        <a:xfrm>
          <a:off x="4664638" y="3392497"/>
          <a:ext cx="1859552" cy="1115731"/>
        </a:xfrm>
        <a:prstGeom prst="rect">
          <a:avLst/>
        </a:prstGeom>
        <a:solidFill>
          <a:schemeClr val="accent2">
            <a:hueOff val="2652788"/>
            <a:satOff val="12173"/>
            <a:lumOff val="17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Practice</a:t>
          </a:r>
        </a:p>
      </dsp:txBody>
      <dsp:txXfrm>
        <a:off x="4664638" y="3392497"/>
        <a:ext cx="1859552" cy="1115731"/>
      </dsp:txXfrm>
    </dsp:sp>
    <dsp:sp modelId="{D9F4FAFE-7872-463F-9414-79311EA60120}">
      <dsp:nvSpPr>
        <dsp:cNvPr id="0" name=""/>
        <dsp:cNvSpPr/>
      </dsp:nvSpPr>
      <dsp:spPr>
        <a:xfrm>
          <a:off x="6812923" y="3361112"/>
          <a:ext cx="1859552" cy="1115731"/>
        </a:xfrm>
        <a:prstGeom prst="rect">
          <a:avLst/>
        </a:prstGeom>
        <a:solidFill>
          <a:schemeClr val="accent2">
            <a:hueOff val="2947542"/>
            <a:satOff val="13526"/>
            <a:lumOff val="1941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Git with AI</a:t>
          </a:r>
        </a:p>
      </dsp:txBody>
      <dsp:txXfrm>
        <a:off x="6812923" y="3361112"/>
        <a:ext cx="1859552" cy="11157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511821-30C7-44EE-BE15-ED30B4A1A90E}">
      <dsp:nvSpPr>
        <dsp:cNvPr id="0" name=""/>
        <dsp:cNvSpPr/>
      </dsp:nvSpPr>
      <dsp:spPr>
        <a:xfrm rot="5400000">
          <a:off x="7248006" y="-3208310"/>
          <a:ext cx="519112" cy="7065941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500" b="0" i="0" kern="1200" dirty="0">
              <a:solidFill>
                <a:schemeClr val="bg2"/>
              </a:solidFill>
            </a:rPr>
            <a:t>Creates a local copy of a project that already exists remotely</a:t>
          </a:r>
        </a:p>
      </dsp:txBody>
      <dsp:txXfrm rot="-5400000">
        <a:off x="3974592" y="90445"/>
        <a:ext cx="7040600" cy="468430"/>
      </dsp:txXfrm>
    </dsp:sp>
    <dsp:sp modelId="{7D7181C3-79D2-42C9-BE6D-B368A3308A35}">
      <dsp:nvSpPr>
        <dsp:cNvPr id="0" name=""/>
        <dsp:cNvSpPr/>
      </dsp:nvSpPr>
      <dsp:spPr>
        <a:xfrm>
          <a:off x="0" y="214"/>
          <a:ext cx="3974591" cy="64889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400" b="0" i="0" kern="1200" dirty="0"/>
            <a:t>git clone</a:t>
          </a:r>
        </a:p>
      </dsp:txBody>
      <dsp:txXfrm>
        <a:off x="31676" y="31890"/>
        <a:ext cx="3911239" cy="585538"/>
      </dsp:txXfrm>
    </dsp:sp>
    <dsp:sp modelId="{CD3D2777-B0B3-48A8-A1A1-F46E09E658A8}">
      <dsp:nvSpPr>
        <dsp:cNvPr id="0" name=""/>
        <dsp:cNvSpPr/>
      </dsp:nvSpPr>
      <dsp:spPr>
        <a:xfrm rot="5400000">
          <a:off x="7248006" y="-2526975"/>
          <a:ext cx="519112" cy="7065941"/>
        </a:xfrm>
        <a:prstGeom prst="round2SameRect">
          <a:avLst/>
        </a:prstGeom>
        <a:solidFill>
          <a:schemeClr val="accent3">
            <a:tint val="40000"/>
            <a:alpha val="90000"/>
            <a:hueOff val="1135788"/>
            <a:satOff val="-980"/>
            <a:lumOff val="37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1135788"/>
              <a:satOff val="-980"/>
              <a:lumOff val="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500" kern="1200" dirty="0">
              <a:solidFill>
                <a:schemeClr val="bg2"/>
              </a:solidFill>
            </a:rPr>
            <a:t>Track/Stages current changes that you want to be committed to the repo</a:t>
          </a:r>
        </a:p>
      </dsp:txBody>
      <dsp:txXfrm rot="-5400000">
        <a:off x="3974592" y="771780"/>
        <a:ext cx="7040600" cy="468430"/>
      </dsp:txXfrm>
    </dsp:sp>
    <dsp:sp modelId="{919F2EAC-EDA1-4008-9504-E9D3F26EA9D2}">
      <dsp:nvSpPr>
        <dsp:cNvPr id="0" name=""/>
        <dsp:cNvSpPr/>
      </dsp:nvSpPr>
      <dsp:spPr>
        <a:xfrm>
          <a:off x="0" y="681550"/>
          <a:ext cx="3974591" cy="648890"/>
        </a:xfrm>
        <a:prstGeom prst="roundRect">
          <a:avLst/>
        </a:prstGeom>
        <a:solidFill>
          <a:schemeClr val="accent3">
            <a:hueOff val="1186780"/>
            <a:satOff val="-3670"/>
            <a:lumOff val="16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400" b="0" i="0" kern="1200" dirty="0"/>
            <a:t>git add</a:t>
          </a:r>
          <a:endParaRPr lang="en-US" sz="3400" kern="1200" dirty="0"/>
        </a:p>
      </dsp:txBody>
      <dsp:txXfrm>
        <a:off x="31676" y="713226"/>
        <a:ext cx="3911239" cy="585538"/>
      </dsp:txXfrm>
    </dsp:sp>
    <dsp:sp modelId="{05ACDEAE-5449-40F8-9816-9F0D5866E996}">
      <dsp:nvSpPr>
        <dsp:cNvPr id="0" name=""/>
        <dsp:cNvSpPr/>
      </dsp:nvSpPr>
      <dsp:spPr>
        <a:xfrm rot="5400000">
          <a:off x="7248006" y="-1845639"/>
          <a:ext cx="519112" cy="7065941"/>
        </a:xfrm>
        <a:prstGeom prst="round2SameRect">
          <a:avLst/>
        </a:prstGeom>
        <a:solidFill>
          <a:schemeClr val="accent3">
            <a:tint val="40000"/>
            <a:alpha val="90000"/>
            <a:hueOff val="2271576"/>
            <a:satOff val="-1959"/>
            <a:lumOff val="74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2271576"/>
              <a:satOff val="-1959"/>
              <a:lumOff val="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500" b="0" i="0" kern="1200" dirty="0">
              <a:solidFill>
                <a:schemeClr val="bg2"/>
              </a:solidFill>
            </a:rPr>
            <a:t>Saves the snapshot to the project history and completes the change-tracking process</a:t>
          </a:r>
        </a:p>
      </dsp:txBody>
      <dsp:txXfrm rot="-5400000">
        <a:off x="3974592" y="1453116"/>
        <a:ext cx="7040600" cy="468430"/>
      </dsp:txXfrm>
    </dsp:sp>
    <dsp:sp modelId="{1A1533F1-B6EF-4DC4-9804-99FECDE4497E}">
      <dsp:nvSpPr>
        <dsp:cNvPr id="0" name=""/>
        <dsp:cNvSpPr/>
      </dsp:nvSpPr>
      <dsp:spPr>
        <a:xfrm>
          <a:off x="0" y="1362885"/>
          <a:ext cx="3974591" cy="648890"/>
        </a:xfrm>
        <a:prstGeom prst="roundRect">
          <a:avLst/>
        </a:prstGeom>
        <a:solidFill>
          <a:schemeClr val="accent3">
            <a:hueOff val="2373561"/>
            <a:satOff val="-7339"/>
            <a:lumOff val="33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400" b="0" i="0" kern="1200" dirty="0"/>
            <a:t>git commit</a:t>
          </a:r>
        </a:p>
      </dsp:txBody>
      <dsp:txXfrm>
        <a:off x="31676" y="1394561"/>
        <a:ext cx="3911239" cy="585538"/>
      </dsp:txXfrm>
    </dsp:sp>
    <dsp:sp modelId="{96B234E1-B1F6-4AD4-9F1E-2A2986D08063}">
      <dsp:nvSpPr>
        <dsp:cNvPr id="0" name=""/>
        <dsp:cNvSpPr/>
      </dsp:nvSpPr>
      <dsp:spPr>
        <a:xfrm rot="5400000">
          <a:off x="7248006" y="-1164304"/>
          <a:ext cx="519112" cy="7065941"/>
        </a:xfrm>
        <a:prstGeom prst="round2SameRect">
          <a:avLst/>
        </a:prstGeom>
        <a:solidFill>
          <a:schemeClr val="accent3">
            <a:tint val="40000"/>
            <a:alpha val="90000"/>
            <a:hueOff val="3407364"/>
            <a:satOff val="-2939"/>
            <a:lumOff val="111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3407364"/>
              <a:satOff val="-2939"/>
              <a:lumOff val="1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500" b="0" i="0" kern="1200" dirty="0">
              <a:solidFill>
                <a:schemeClr val="bg2"/>
              </a:solidFill>
            </a:rPr>
            <a:t>Shows the status of changes as untracked, modified, or staged</a:t>
          </a:r>
        </a:p>
      </dsp:txBody>
      <dsp:txXfrm rot="-5400000">
        <a:off x="3974592" y="2134451"/>
        <a:ext cx="7040600" cy="468430"/>
      </dsp:txXfrm>
    </dsp:sp>
    <dsp:sp modelId="{87379221-2FD2-42BB-B976-D3FDFD2DE368}">
      <dsp:nvSpPr>
        <dsp:cNvPr id="0" name=""/>
        <dsp:cNvSpPr/>
      </dsp:nvSpPr>
      <dsp:spPr>
        <a:xfrm>
          <a:off x="0" y="2044220"/>
          <a:ext cx="3974591" cy="648890"/>
        </a:xfrm>
        <a:prstGeom prst="roundRect">
          <a:avLst/>
        </a:prstGeom>
        <a:solidFill>
          <a:schemeClr val="accent3">
            <a:hueOff val="3560341"/>
            <a:satOff val="-11009"/>
            <a:lumOff val="504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400" b="0" i="0" kern="1200" dirty="0"/>
            <a:t>git status</a:t>
          </a:r>
        </a:p>
      </dsp:txBody>
      <dsp:txXfrm>
        <a:off x="31676" y="2075896"/>
        <a:ext cx="3911239" cy="585538"/>
      </dsp:txXfrm>
    </dsp:sp>
    <dsp:sp modelId="{A718F9D1-B626-4505-BC3C-72F1A58196B3}">
      <dsp:nvSpPr>
        <dsp:cNvPr id="0" name=""/>
        <dsp:cNvSpPr/>
      </dsp:nvSpPr>
      <dsp:spPr>
        <a:xfrm rot="5400000">
          <a:off x="7248006" y="-482969"/>
          <a:ext cx="519112" cy="7065941"/>
        </a:xfrm>
        <a:prstGeom prst="round2SameRect">
          <a:avLst/>
        </a:prstGeom>
        <a:solidFill>
          <a:schemeClr val="accent3">
            <a:tint val="40000"/>
            <a:alpha val="90000"/>
            <a:hueOff val="4543152"/>
            <a:satOff val="-3919"/>
            <a:lumOff val="149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4543152"/>
              <a:satOff val="-3919"/>
              <a:lumOff val="1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500" b="0" i="0" kern="1200" dirty="0">
              <a:solidFill>
                <a:schemeClr val="bg2"/>
              </a:solidFill>
            </a:rPr>
            <a:t>Updates the remote repository with any commits made locally to a branch.</a:t>
          </a:r>
        </a:p>
      </dsp:txBody>
      <dsp:txXfrm rot="-5400000">
        <a:off x="3974592" y="2815786"/>
        <a:ext cx="7040600" cy="468430"/>
      </dsp:txXfrm>
    </dsp:sp>
    <dsp:sp modelId="{8A43D587-55EA-4489-BABB-D21F00D0B445}">
      <dsp:nvSpPr>
        <dsp:cNvPr id="0" name=""/>
        <dsp:cNvSpPr/>
      </dsp:nvSpPr>
      <dsp:spPr>
        <a:xfrm>
          <a:off x="0" y="2725555"/>
          <a:ext cx="3974591" cy="648890"/>
        </a:xfrm>
        <a:prstGeom prst="roundRect">
          <a:avLst/>
        </a:prstGeom>
        <a:solidFill>
          <a:schemeClr val="accent3">
            <a:hueOff val="4747121"/>
            <a:satOff val="-14679"/>
            <a:lumOff val="672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400" b="0" i="0" kern="1200" dirty="0"/>
            <a:t>git push</a:t>
          </a:r>
        </a:p>
      </dsp:txBody>
      <dsp:txXfrm>
        <a:off x="31676" y="2757231"/>
        <a:ext cx="3911239" cy="585538"/>
      </dsp:txXfrm>
    </dsp:sp>
    <dsp:sp modelId="{627BD9A2-87AC-4DAE-8453-676C5AFB0A4B}">
      <dsp:nvSpPr>
        <dsp:cNvPr id="0" name=""/>
        <dsp:cNvSpPr/>
      </dsp:nvSpPr>
      <dsp:spPr>
        <a:xfrm rot="5400000">
          <a:off x="7248006" y="198365"/>
          <a:ext cx="519112" cy="7065941"/>
        </a:xfrm>
        <a:prstGeom prst="round2SameRect">
          <a:avLst/>
        </a:prstGeom>
        <a:solidFill>
          <a:schemeClr val="accent3">
            <a:tint val="40000"/>
            <a:alpha val="90000"/>
            <a:hueOff val="5678941"/>
            <a:satOff val="-4899"/>
            <a:lumOff val="186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5678941"/>
              <a:satOff val="-4899"/>
              <a:lumOff val="1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500" b="0" i="0" kern="1200" dirty="0">
              <a:solidFill>
                <a:schemeClr val="bg2"/>
              </a:solidFill>
            </a:rPr>
            <a:t>Shows the branches being worked on locally.</a:t>
          </a:r>
        </a:p>
      </dsp:txBody>
      <dsp:txXfrm rot="-5400000">
        <a:off x="3974592" y="3497121"/>
        <a:ext cx="7040600" cy="468430"/>
      </dsp:txXfrm>
    </dsp:sp>
    <dsp:sp modelId="{E7FECA51-2E31-4BB2-BA21-598AA0635CFE}">
      <dsp:nvSpPr>
        <dsp:cNvPr id="0" name=""/>
        <dsp:cNvSpPr/>
      </dsp:nvSpPr>
      <dsp:spPr>
        <a:xfrm>
          <a:off x="0" y="3406890"/>
          <a:ext cx="3974591" cy="648890"/>
        </a:xfrm>
        <a:prstGeom prst="roundRect">
          <a:avLst/>
        </a:prstGeom>
        <a:solidFill>
          <a:schemeClr val="accent3">
            <a:hueOff val="5933902"/>
            <a:satOff val="-18349"/>
            <a:lumOff val="840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400" b="0" i="0" kern="1200" dirty="0"/>
            <a:t>git branch</a:t>
          </a:r>
        </a:p>
      </dsp:txBody>
      <dsp:txXfrm>
        <a:off x="31676" y="3438566"/>
        <a:ext cx="3911239" cy="585538"/>
      </dsp:txXfrm>
    </dsp:sp>
    <dsp:sp modelId="{84E058B7-D423-41F9-99E3-C76472626B91}">
      <dsp:nvSpPr>
        <dsp:cNvPr id="0" name=""/>
        <dsp:cNvSpPr/>
      </dsp:nvSpPr>
      <dsp:spPr>
        <a:xfrm rot="5400000">
          <a:off x="7248006" y="879700"/>
          <a:ext cx="519112" cy="7065941"/>
        </a:xfrm>
        <a:prstGeom prst="round2SameRect">
          <a:avLst/>
        </a:prstGeom>
        <a:solidFill>
          <a:schemeClr val="accent3">
            <a:tint val="40000"/>
            <a:alpha val="90000"/>
            <a:hueOff val="6814728"/>
            <a:satOff val="-5878"/>
            <a:lumOff val="223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6814728"/>
              <a:satOff val="-5878"/>
              <a:lumOff val="2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500" b="0" i="0" kern="1200" dirty="0">
              <a:solidFill>
                <a:schemeClr val="bg2"/>
              </a:solidFill>
            </a:rPr>
            <a:t>Merges lines of development together</a:t>
          </a:r>
        </a:p>
      </dsp:txBody>
      <dsp:txXfrm rot="-5400000">
        <a:off x="3974592" y="4178456"/>
        <a:ext cx="7040600" cy="468430"/>
      </dsp:txXfrm>
    </dsp:sp>
    <dsp:sp modelId="{8531C7E9-197D-4211-9839-213C003C25E9}">
      <dsp:nvSpPr>
        <dsp:cNvPr id="0" name=""/>
        <dsp:cNvSpPr/>
      </dsp:nvSpPr>
      <dsp:spPr>
        <a:xfrm>
          <a:off x="0" y="4088226"/>
          <a:ext cx="3974591" cy="648890"/>
        </a:xfrm>
        <a:prstGeom prst="roundRect">
          <a:avLst/>
        </a:prstGeom>
        <a:solidFill>
          <a:schemeClr val="accent3">
            <a:hueOff val="7120682"/>
            <a:satOff val="-22018"/>
            <a:lumOff val="1008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400" b="0" i="0" kern="1200" dirty="0"/>
            <a:t>git merge</a:t>
          </a:r>
        </a:p>
      </dsp:txBody>
      <dsp:txXfrm>
        <a:off x="31676" y="4119902"/>
        <a:ext cx="3911239" cy="585538"/>
      </dsp:txXfrm>
    </dsp:sp>
    <dsp:sp modelId="{0CBE881E-0DA8-49FE-9580-33DDDFDDD596}">
      <dsp:nvSpPr>
        <dsp:cNvPr id="0" name=""/>
        <dsp:cNvSpPr/>
      </dsp:nvSpPr>
      <dsp:spPr>
        <a:xfrm rot="5400000">
          <a:off x="7248006" y="1561036"/>
          <a:ext cx="519112" cy="7065941"/>
        </a:xfrm>
        <a:prstGeom prst="round2SameRect">
          <a:avLst/>
        </a:prstGeom>
        <a:solidFill>
          <a:schemeClr val="accent3">
            <a:tint val="40000"/>
            <a:alpha val="90000"/>
            <a:hueOff val="7950516"/>
            <a:satOff val="-6858"/>
            <a:lumOff val="26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7950516"/>
              <a:satOff val="-6858"/>
              <a:lumOff val="2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500" b="0" i="0" kern="1200" dirty="0">
              <a:solidFill>
                <a:schemeClr val="bg2"/>
              </a:solidFill>
            </a:rPr>
            <a:t>Updates the local line of development with updates from its remote counterpart</a:t>
          </a:r>
        </a:p>
      </dsp:txBody>
      <dsp:txXfrm rot="-5400000">
        <a:off x="3974592" y="4859792"/>
        <a:ext cx="7040600" cy="468430"/>
      </dsp:txXfrm>
    </dsp:sp>
    <dsp:sp modelId="{7894D1E9-801C-467A-B853-11CE2E29E21E}">
      <dsp:nvSpPr>
        <dsp:cNvPr id="0" name=""/>
        <dsp:cNvSpPr/>
      </dsp:nvSpPr>
      <dsp:spPr>
        <a:xfrm>
          <a:off x="0" y="4769561"/>
          <a:ext cx="3974591" cy="648890"/>
        </a:xfrm>
        <a:prstGeom prst="roundRect">
          <a:avLst/>
        </a:prstGeom>
        <a:solidFill>
          <a:schemeClr val="accent3">
            <a:hueOff val="8307462"/>
            <a:satOff val="-25688"/>
            <a:lumOff val="11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400" b="0" i="0" kern="1200" dirty="0"/>
            <a:t>git pull</a:t>
          </a:r>
        </a:p>
      </dsp:txBody>
      <dsp:txXfrm>
        <a:off x="31676" y="4801237"/>
        <a:ext cx="3911239" cy="5855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5261C-4441-42D8-879B-8561BB0C5B2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5175B9-1088-4FA4-8B1E-5C0279E32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75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can’t tell what changed between versions, can’t collaborate without overwriting someone’s work, can’t go back to “the version that worked” once you’ve already deleted it, filenames become a fake version-control system that doesn’t scale</a:t>
            </a:r>
          </a:p>
          <a:p>
            <a:endParaRPr lang="en-US" dirty="0"/>
          </a:p>
          <a:p>
            <a:r>
              <a:rPr lang="en-US" dirty="0"/>
              <a:t>“The filename is trying to be a version history. There’s a tool that actually does that job.”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175B9-1088-4FA4-8B1E-5C0279E32E5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77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802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rgbClr val="09574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3303632" y="554200"/>
            <a:ext cx="83256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3303632" y="6320000"/>
            <a:ext cx="832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62300" y="840300"/>
            <a:ext cx="8442000" cy="2056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87023" y="4317933"/>
            <a:ext cx="8442000" cy="1655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33278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26000" y="1248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26000" y="2462405"/>
            <a:ext cx="3744000" cy="3741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64415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3303632" y="554200"/>
            <a:ext cx="83256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3303632" y="6320000"/>
            <a:ext cx="8325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3200404" y="2136900"/>
            <a:ext cx="40952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7534096" y="2136900"/>
            <a:ext cx="40952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95475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5744577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youtube.com/watch?v=w3jLJU7DT5E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uides.github.com/introduction/git-handbook/" TargetMode="Externa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hyperlink" Target="https://lab.github.com/githubtraining/introduction-to-github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3162300" y="840300"/>
            <a:ext cx="8442000" cy="205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9600" dirty="0" err="1">
                <a:solidFill>
                  <a:schemeClr val="accent1"/>
                </a:solidFill>
              </a:rPr>
              <a:t>Git</a:t>
            </a:r>
            <a:r>
              <a:rPr lang="en-US" sz="9600" b="0" dirty="0" err="1"/>
              <a:t>ting</a:t>
            </a:r>
            <a:r>
              <a:rPr lang="en-US" sz="9600" b="0" dirty="0"/>
              <a:t> Started</a:t>
            </a:r>
            <a:endParaRPr sz="9600" dirty="0"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3187023" y="4317933"/>
            <a:ext cx="8442000" cy="1655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 algn="r"/>
            <a:r>
              <a:rPr lang="en" dirty="0"/>
              <a:t>October 27, 2026 | Nicholas Santolla </a:t>
            </a:r>
          </a:p>
          <a:p>
            <a:pPr marL="0" indent="0" algn="r"/>
            <a:r>
              <a:rPr lang="en" dirty="0"/>
              <a:t>cUAS Data Scientist @ Edgesource </a:t>
            </a: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1F76DBE-3883-F1B8-0EB3-2492F71D3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533" y="3894666"/>
            <a:ext cx="1563627" cy="19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B670B-55CE-9718-789A-EBB07B730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cUAS</a:t>
            </a:r>
            <a:r>
              <a:rPr lang="en-US" dirty="0"/>
              <a:t>: Analytics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BA617-05EB-866C-C1F3-6E9565DB3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 Unmanned Aerial Systems </a:t>
            </a:r>
          </a:p>
          <a:p>
            <a:r>
              <a:rPr lang="en-US" dirty="0">
                <a:sym typeface="Wingdings" panose="05000000000000000000" pitchFamily="2" charset="2"/>
              </a:rPr>
              <a:t>Detection analytics</a:t>
            </a:r>
          </a:p>
          <a:p>
            <a:r>
              <a:rPr lang="en-US" dirty="0">
                <a:sym typeface="Wingdings" panose="05000000000000000000" pitchFamily="2" charset="2"/>
              </a:rPr>
              <a:t>Classification</a:t>
            </a:r>
          </a:p>
          <a:p>
            <a:r>
              <a:rPr lang="en-US" dirty="0">
                <a:sym typeface="Wingdings" panose="05000000000000000000" pitchFamily="2" charset="2"/>
              </a:rPr>
              <a:t>Anomaly Detection</a:t>
            </a:r>
          </a:p>
          <a:p>
            <a:r>
              <a:rPr lang="en-US" dirty="0">
                <a:sym typeface="Wingdings" panose="05000000000000000000" pitchFamily="2" charset="2"/>
              </a:rPr>
              <a:t>Sensor Fusion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8D0B38-135F-2C8C-E3DC-7DB78DD8C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682" y="61912"/>
            <a:ext cx="2209800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649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D3F968D-FF0B-2B6F-03E0-84A35A4D4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Workflow Problem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D151571-22F7-DCA1-F3CD-48F46B7E0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4A42F34-4FB0-DF4C-542E-E4970CF258F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86262" indent="0">
              <a:buNone/>
            </a:pPr>
            <a:r>
              <a:rPr lang="en-US" dirty="0"/>
              <a:t>Who has a folder that looks like this?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E7C5C3-8D50-1202-106A-42FFE255A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86" y="2404861"/>
            <a:ext cx="4559534" cy="346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53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6477E-9C38-4FF6-B39A-37E9461B0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9486" y="767933"/>
            <a:ext cx="7889647" cy="847200"/>
          </a:xfrm>
        </p:spPr>
        <p:txBody>
          <a:bodyPr/>
          <a:lstStyle/>
          <a:p>
            <a:r>
              <a:rPr lang="en-US" dirty="0"/>
              <a:t>What is Git?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8D58F-3496-4FEA-949A-DB7417FCB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317" y="2144749"/>
            <a:ext cx="4415808" cy="4003200"/>
          </a:xfrm>
        </p:spPr>
        <p:txBody>
          <a:bodyPr/>
          <a:lstStyle/>
          <a:p>
            <a:r>
              <a:rPr lang="en-US" dirty="0"/>
              <a:t>Version Control</a:t>
            </a:r>
          </a:p>
          <a:p>
            <a:pPr lvl="1"/>
            <a:r>
              <a:rPr lang="en-US" dirty="0"/>
              <a:t>Which changes were made?</a:t>
            </a:r>
          </a:p>
          <a:p>
            <a:pPr lvl="1"/>
            <a:r>
              <a:rPr lang="en-US" dirty="0"/>
              <a:t>Who made the changes?</a:t>
            </a:r>
          </a:p>
          <a:p>
            <a:pPr lvl="1"/>
            <a:r>
              <a:rPr lang="en-US" dirty="0"/>
              <a:t>When were the changes made?</a:t>
            </a:r>
          </a:p>
          <a:p>
            <a:pPr lvl="1"/>
            <a:r>
              <a:rPr lang="en-US" dirty="0"/>
              <a:t>Why were changes needed?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57B653-67B1-4469-834E-9DFCB07207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22210" y="2136900"/>
            <a:ext cx="6807087" cy="4003200"/>
          </a:xfrm>
        </p:spPr>
        <p:txBody>
          <a:bodyPr/>
          <a:lstStyle/>
          <a:p>
            <a:r>
              <a:rPr lang="en-US" dirty="0"/>
              <a:t>Terminology</a:t>
            </a:r>
          </a:p>
          <a:p>
            <a:pPr lvl="1"/>
            <a:r>
              <a:rPr lang="en-US" dirty="0"/>
              <a:t>Code is stored in a </a:t>
            </a:r>
            <a:r>
              <a:rPr lang="en-US" dirty="0">
                <a:solidFill>
                  <a:schemeClr val="accent4"/>
                </a:solidFill>
              </a:rPr>
              <a:t>repository</a:t>
            </a:r>
          </a:p>
          <a:p>
            <a:pPr lvl="1"/>
            <a:r>
              <a:rPr lang="en-US" dirty="0"/>
              <a:t>If you want to use someone else’s code and make changes, you can </a:t>
            </a:r>
            <a:r>
              <a:rPr lang="en-US" dirty="0">
                <a:solidFill>
                  <a:schemeClr val="accent4"/>
                </a:solidFill>
              </a:rPr>
              <a:t>fork</a:t>
            </a:r>
            <a:r>
              <a:rPr lang="en-US" dirty="0"/>
              <a:t> it. Then, submit a </a:t>
            </a:r>
            <a:r>
              <a:rPr lang="en-US" dirty="0">
                <a:solidFill>
                  <a:schemeClr val="accent4"/>
                </a:solidFill>
              </a:rPr>
              <a:t>pull request </a:t>
            </a:r>
            <a:r>
              <a:rPr lang="en-US" dirty="0"/>
              <a:t>to try and </a:t>
            </a:r>
            <a:r>
              <a:rPr lang="en-US" dirty="0">
                <a:solidFill>
                  <a:schemeClr val="accent4"/>
                </a:solidFill>
              </a:rPr>
              <a:t>merge</a:t>
            </a:r>
            <a:r>
              <a:rPr lang="en-US" dirty="0"/>
              <a:t> the changes back in</a:t>
            </a:r>
          </a:p>
          <a:p>
            <a:pPr lvl="1"/>
            <a:r>
              <a:rPr lang="en-US" dirty="0"/>
              <a:t>Your team can work on separate </a:t>
            </a:r>
            <a:r>
              <a:rPr lang="en-US" dirty="0">
                <a:solidFill>
                  <a:schemeClr val="accent4"/>
                </a:solidFill>
              </a:rPr>
              <a:t>branches</a:t>
            </a:r>
            <a:r>
              <a:rPr lang="en-US" dirty="0"/>
              <a:t> of the same repository</a:t>
            </a:r>
          </a:p>
          <a:p>
            <a:pPr lvl="1"/>
            <a:r>
              <a:rPr lang="en-US" dirty="0"/>
              <a:t>Repositories are usually initialized with a </a:t>
            </a:r>
            <a:r>
              <a:rPr lang="en-US" dirty="0">
                <a:latin typeface="Consolas" panose="020B0609020204030204" pitchFamily="49" charset="0"/>
              </a:rPr>
              <a:t>README.md</a:t>
            </a:r>
            <a:r>
              <a:rPr lang="en-US" dirty="0"/>
              <a:t>, a </a:t>
            </a:r>
            <a:r>
              <a:rPr lang="en-US" dirty="0">
                <a:latin typeface="Consolas" panose="020B0609020204030204" pitchFamily="49" charset="0"/>
              </a:rPr>
              <a:t>.</a:t>
            </a:r>
            <a:r>
              <a:rPr lang="en-US" dirty="0" err="1">
                <a:latin typeface="Consolas" panose="020B0609020204030204" pitchFamily="49" charset="0"/>
              </a:rPr>
              <a:t>gitignore</a:t>
            </a:r>
            <a:r>
              <a:rPr lang="en-US" dirty="0"/>
              <a:t>, and a license.</a:t>
            </a:r>
          </a:p>
          <a:p>
            <a:pPr lvl="1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9F3408-616A-4C7F-B593-38088796FD8E}"/>
              </a:ext>
            </a:extLst>
          </p:cNvPr>
          <p:cNvSpPr/>
          <p:nvPr/>
        </p:nvSpPr>
        <p:spPr>
          <a:xfrm>
            <a:off x="152333" y="6401142"/>
            <a:ext cx="6096000" cy="318100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467" kern="0" dirty="0">
                <a:solidFill>
                  <a:srgbClr val="000000"/>
                </a:solidFill>
                <a:latin typeface="Arial"/>
                <a:cs typeface="Arial"/>
                <a:sym typeface="Arial"/>
                <a:hlinkClick r:id="rId2"/>
              </a:rPr>
              <a:t>https://www.youtube.com/watch?v=w3jLJU7DT5E</a:t>
            </a:r>
            <a:endParaRPr lang="en-US" sz="14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530F02-8BA0-452D-895E-DF89244DA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18" y="767933"/>
            <a:ext cx="2658732" cy="111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6763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5C7F-57BB-E066-9C41-71FC845F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253" y="375040"/>
            <a:ext cx="3744000" cy="1007600"/>
          </a:xfrm>
        </p:spPr>
        <p:txBody>
          <a:bodyPr/>
          <a:lstStyle/>
          <a:p>
            <a:r>
              <a:rPr lang="en-US" dirty="0"/>
              <a:t>Class Goals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E3C22AF-761F-F7B5-C835-40507BFFFE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4620152"/>
              </p:ext>
            </p:extLst>
          </p:nvPr>
        </p:nvGraphicFramePr>
        <p:xfrm>
          <a:off x="2275840" y="1619707"/>
          <a:ext cx="8724773" cy="48497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6709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0A246-003A-4961-8E68-250163B93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600" y="0"/>
            <a:ext cx="3744000" cy="1007600"/>
          </a:xfrm>
        </p:spPr>
        <p:txBody>
          <a:bodyPr/>
          <a:lstStyle/>
          <a:p>
            <a:r>
              <a:rPr lang="en-US" dirty="0"/>
              <a:t>Commands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051D4F8-8866-45C2-BCCB-5A4CE98A15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0635281"/>
              </p:ext>
            </p:extLst>
          </p:nvPr>
        </p:nvGraphicFramePr>
        <p:xfrm>
          <a:off x="584200" y="1117600"/>
          <a:ext cx="1104053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61A9AA8-A209-4A76-AF84-13A3DA02D4AD}"/>
              </a:ext>
            </a:extLst>
          </p:cNvPr>
          <p:cNvSpPr/>
          <p:nvPr/>
        </p:nvSpPr>
        <p:spPr>
          <a:xfrm>
            <a:off x="7824993" y="93432"/>
            <a:ext cx="42819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400" kern="0" dirty="0">
                <a:solidFill>
                  <a:srgbClr val="000000"/>
                </a:solidFill>
                <a:latin typeface="Arial"/>
                <a:cs typeface="Arial"/>
                <a:sym typeface="Arial"/>
                <a:hlinkClick r:id="rId8"/>
              </a:rPr>
              <a:t>https://guides.github.com/introduction/git-handbook/</a:t>
            </a:r>
            <a:endParaRPr lang="en-US"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4A0319-B6CC-4F85-B8B4-CB9E89FD2365}"/>
              </a:ext>
            </a:extLst>
          </p:cNvPr>
          <p:cNvSpPr/>
          <p:nvPr/>
        </p:nvSpPr>
        <p:spPr>
          <a:xfrm>
            <a:off x="6999912" y="329394"/>
            <a:ext cx="5192088" cy="318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1219170">
              <a:buClr>
                <a:srgbClr val="000000"/>
              </a:buClr>
            </a:pPr>
            <a:r>
              <a:rPr lang="en-US" sz="1467" kern="0" dirty="0">
                <a:solidFill>
                  <a:srgbClr val="000000"/>
                </a:solidFill>
                <a:latin typeface="Arial"/>
                <a:cs typeface="Arial"/>
                <a:sym typeface="Arial"/>
                <a:hlinkClick r:id="rId9"/>
              </a:rPr>
              <a:t>https://lab.github.com/githubtraining/introduction-to-github</a:t>
            </a:r>
            <a:endParaRPr lang="en-US" sz="14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9204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009FF-6352-405C-A737-5E3777C8A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Tools to Git it Done</a:t>
            </a:r>
          </a:p>
        </p:txBody>
      </p:sp>
      <p:pic>
        <p:nvPicPr>
          <p:cNvPr id="2050" name="Picture 2" descr="A command-line session showing repository creation, addition of a file, and remote synchronization">
            <a:extLst>
              <a:ext uri="{FF2B5EF4-FFF2-40B4-BE49-F238E27FC236}">
                <a16:creationId xmlns:a16="http://schemas.microsoft.com/office/drawing/2014/main" id="{976C1BD0-57EC-46A9-A4AA-894EE114F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01" y="2879365"/>
            <a:ext cx="5935953" cy="3125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gitkraken">
            <a:extLst>
              <a:ext uri="{FF2B5EF4-FFF2-40B4-BE49-F238E27FC236}">
                <a16:creationId xmlns:a16="http://schemas.microsoft.com/office/drawing/2014/main" id="{DEF69D5C-E3BC-4946-A1E1-3BEFC9F18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4568" y="730598"/>
            <a:ext cx="4145280" cy="103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3B971E-04DB-4B51-9F6B-D22A36132F48}"/>
              </a:ext>
            </a:extLst>
          </p:cNvPr>
          <p:cNvSpPr txBox="1"/>
          <p:nvPr/>
        </p:nvSpPr>
        <p:spPr>
          <a:xfrm>
            <a:off x="7060024" y="320227"/>
            <a:ext cx="1378904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Git Clients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C8590C-EC68-4229-86BA-D328CDE3784A}"/>
              </a:ext>
            </a:extLst>
          </p:cNvPr>
          <p:cNvSpPr txBox="1"/>
          <p:nvPr/>
        </p:nvSpPr>
        <p:spPr>
          <a:xfrm>
            <a:off x="7060024" y="4221219"/>
            <a:ext cx="2483372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Repository Services</a:t>
            </a:r>
          </a:p>
        </p:txBody>
      </p:sp>
      <p:pic>
        <p:nvPicPr>
          <p:cNvPr id="2054" name="Picture 6" descr="Image result for sourcetree">
            <a:extLst>
              <a:ext uri="{FF2B5EF4-FFF2-40B4-BE49-F238E27FC236}">
                <a16:creationId xmlns:a16="http://schemas.microsoft.com/office/drawing/2014/main" id="{15A74427-3FB4-440D-AF88-19DD74B1C7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85" b="26386"/>
          <a:stretch/>
        </p:blipFill>
        <p:spPr bwMode="auto">
          <a:xfrm>
            <a:off x="7835692" y="1871765"/>
            <a:ext cx="4145280" cy="993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mage result for github desktop logo">
            <a:extLst>
              <a:ext uri="{FF2B5EF4-FFF2-40B4-BE49-F238E27FC236}">
                <a16:creationId xmlns:a16="http://schemas.microsoft.com/office/drawing/2014/main" id="{FF524254-0923-41D6-8C17-88B414258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4567" y="2864776"/>
            <a:ext cx="4145280" cy="1381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Related image">
            <a:extLst>
              <a:ext uri="{FF2B5EF4-FFF2-40B4-BE49-F238E27FC236}">
                <a16:creationId xmlns:a16="http://schemas.microsoft.com/office/drawing/2014/main" id="{CF9CD02A-12DC-4C0D-A3D2-2BB1844380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70" r="21832"/>
          <a:stretch/>
        </p:blipFill>
        <p:spPr bwMode="auto">
          <a:xfrm>
            <a:off x="7060025" y="4668531"/>
            <a:ext cx="1349087" cy="1244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Image result for azure devops logo">
            <a:extLst>
              <a:ext uri="{FF2B5EF4-FFF2-40B4-BE49-F238E27FC236}">
                <a16:creationId xmlns:a16="http://schemas.microsoft.com/office/drawing/2014/main" id="{768E68DE-06AD-418E-92A0-D99E93E22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3142" y="4606271"/>
            <a:ext cx="3006705" cy="549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Image result for bitbucket logo">
            <a:extLst>
              <a:ext uri="{FF2B5EF4-FFF2-40B4-BE49-F238E27FC236}">
                <a16:creationId xmlns:a16="http://schemas.microsoft.com/office/drawing/2014/main" id="{3DE096DC-DB70-464E-B33A-D1E20764F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8423" y="5290821"/>
            <a:ext cx="3011424" cy="434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Image result for gitlab logo">
            <a:extLst>
              <a:ext uri="{FF2B5EF4-FFF2-40B4-BE49-F238E27FC236}">
                <a16:creationId xmlns:a16="http://schemas.microsoft.com/office/drawing/2014/main" id="{A954C15F-26A5-4BF2-89B7-AE6D70841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99" b="14619"/>
          <a:stretch/>
        </p:blipFill>
        <p:spPr bwMode="auto">
          <a:xfrm>
            <a:off x="9107182" y="5827497"/>
            <a:ext cx="2402197" cy="750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8580452"/>
      </p:ext>
    </p:extLst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UNCC">
      <a:dk1>
        <a:srgbClr val="084B25"/>
      </a:dk1>
      <a:lt1>
        <a:srgbClr val="FFFFFF"/>
      </a:lt1>
      <a:dk2>
        <a:srgbClr val="000000"/>
      </a:dk2>
      <a:lt2>
        <a:srgbClr val="CBDDAF"/>
      </a:lt2>
      <a:accent1>
        <a:srgbClr val="F0D210"/>
      </a:accent1>
      <a:accent2>
        <a:srgbClr val="097C45"/>
      </a:accent2>
      <a:accent3>
        <a:srgbClr val="0099E8"/>
      </a:accent3>
      <a:accent4>
        <a:srgbClr val="E3417A"/>
      </a:accent4>
      <a:accent5>
        <a:srgbClr val="AEA175"/>
      </a:accent5>
      <a:accent6>
        <a:srgbClr val="FFAE88"/>
      </a:accent6>
      <a:hlink>
        <a:srgbClr val="AEA175"/>
      </a:hlink>
      <a:folHlink>
        <a:srgbClr val="82B2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tus report" id="{B8D118B9-3E79-134E-8404-AF4E0AA66648}" vid="{C6B15E1D-7CDD-B94C-BAB6-4EF35313F82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383</Words>
  <Application>Microsoft Office PowerPoint</Application>
  <PresentationFormat>Widescreen</PresentationFormat>
  <Paragraphs>61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Consolas</vt:lpstr>
      <vt:lpstr>Lato</vt:lpstr>
      <vt:lpstr>Raleway</vt:lpstr>
      <vt:lpstr>Wingdings</vt:lpstr>
      <vt:lpstr>Swiss</vt:lpstr>
      <vt:lpstr>Gitting Started</vt:lpstr>
      <vt:lpstr>cUAS : Analytics</vt:lpstr>
      <vt:lpstr>The Workflow Problem</vt:lpstr>
      <vt:lpstr>What is Git?</vt:lpstr>
      <vt:lpstr>Class Goals</vt:lpstr>
      <vt:lpstr>Commands</vt:lpstr>
      <vt:lpstr>Various Tools to Git it 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Colby Ford</dc:creator>
  <cp:lastModifiedBy>Nicholas Santolla</cp:lastModifiedBy>
  <cp:revision>4</cp:revision>
  <dcterms:created xsi:type="dcterms:W3CDTF">2026-10-24T16:48:00Z</dcterms:created>
  <dcterms:modified xsi:type="dcterms:W3CDTF">2026-10-27T18:18:31Z</dcterms:modified>
</cp:coreProperties>
</file>